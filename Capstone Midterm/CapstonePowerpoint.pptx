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changesInfos/changesInfo1.xml" ContentType="application/vnd.ms-powerpoint.changesinfo+xml"/>
  <Override PartName="/ppt/revisionInfo.xml" ContentType="application/vnd.ms-powerpoint.revisioninfo+xml"/>
  <Override PartName="/ppt/authors.xml" ContentType="application/vnd.ms-powerpoint.authors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  <Override PartName="/docMetadata/LabelInfo.xml" ContentType="application/vnd.ms-office.classificationlabel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5" Type="http://schemas.microsoft.com/office/2020/02/relationships/classificationlabels" Target="docMetadata/LabelInfo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autoCompressPictures="0">
  <p:sldMasterIdLst>
    <p:sldMasterId id="2147483648" r:id="rId4"/>
  </p:sldMasterIdLst>
  <p:notesMasterIdLst>
    <p:notesMasterId r:id="rId12"/>
  </p:notesMasterIdLst>
  <p:handoutMasterIdLst>
    <p:handoutMasterId r:id="rId13"/>
  </p:handoutMasterIdLst>
  <p:sldIdLst>
    <p:sldId id="340" r:id="rId5"/>
    <p:sldId id="341" r:id="rId6"/>
    <p:sldId id="343" r:id="rId7"/>
    <p:sldId id="346" r:id="rId8"/>
    <p:sldId id="348" r:id="rId9"/>
    <p:sldId id="354" r:id="rId10"/>
    <p:sldId id="355" r:id="rId11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  <p:ext uri="{2D200454-40CA-4A62-9FC3-DE9A4176ACB9}">
      <p15:notesGuideLst xmlns:p15="http://schemas.microsoft.com/office/powerpoint/2012/main"/>
    </p:ext>
  </p:extLst>
</p:presentation>
</file>

<file path=ppt/authors.xml><?xml version="1.0" encoding="utf-8"?>
<p188:authorLst xmlns:a="http://schemas.openxmlformats.org/drawingml/2006/main" xmlns:r="http://schemas.openxmlformats.org/officeDocument/2006/relationships" xmlns:p188="http://schemas.microsoft.com/office/powerpoint/2018/8/main">
  <p188:author id="{00000000-0000-0000-0000-000000000000}" name="Author" initials="A" userId="Author" providerId="AD"/>
</p188: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F9E0B9"/>
    <a:srgbClr val="FFFFFF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D5E53141-F212-467A-8587-5364C2373E8E}" v="1" dt="2026-02-27T16:15:02.749"/>
  </p1510:revLst>
</p1510:revInfo>
</file>

<file path=ppt/tableStyles.xml><?xml version="1.0" encoding="utf-8"?>
<a:tblStyleLst xmlns:a="http://schemas.openxmlformats.org/drawingml/2006/main" def="{1E171933-4619-4E11-9A3F-F7608DF75F80}">
  <a:tblStyle styleId="{3C2FFA5D-87B4-456A-9821-1D502468CF0F}" styleName="Themed Style 1 - Accent 1">
    <a:tblBg>
      <a:fillRef idx="2">
        <a:schemeClr val="accent1"/>
      </a:fillRef>
      <a:effectRef idx="1">
        <a:schemeClr val="accent1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Ref idx="1">
              <a:schemeClr val="accent1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1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</a:tcBdr>
        <a:fill>
          <a:solidFill>
            <a:schemeClr val="accent1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1"/>
            </a:lnRef>
          </a:left>
          <a:right>
            <a:lnRef idx="2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2">
              <a:schemeClr val="accent1"/>
            </a:lnRef>
          </a:top>
          <a:bottom>
            <a:lnRef idx="2">
              <a:schemeClr val="accen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1"/>
          </a:solidFill>
        </a:fill>
      </a:tcStyle>
    </a:firstRow>
  </a:tblStyle>
  <a:tblStyle styleId="{5202B0CA-FC54-4496-8BCA-5EF66A818D29}" styleName="Dark Style 2">
    <a:wholeTbl>
      <a:tcTxStyle>
        <a:fontRef idx="minor">
          <a:scrgbClr r="0" g="0" b="0"/>
        </a:fontRef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dk1">
              <a:tint val="20000"/>
            </a:schemeClr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dk1"/>
          </a:solidFill>
        </a:fill>
      </a:tcStyle>
    </a:firstRow>
  </a:tblStyle>
  <a:tblStyle styleId="{93296810-A885-4BE3-A3E7-6D5BEEA58F35}" styleName="Medium Style 2 - Accent 6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6">
              <a:tint val="20000"/>
            </a:schemeClr>
          </a:solidFill>
        </a:fill>
      </a:tcStyle>
    </a:wholeTbl>
    <a:band1H>
      <a:tcStyle>
        <a:tcBdr/>
        <a:fill>
          <a:solidFill>
            <a:schemeClr val="accent6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6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6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6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6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6"/>
          </a:solidFill>
        </a:fill>
      </a:tcStyle>
    </a:firstRow>
  </a:tblStyle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  <a:tblStyle styleId="{5940675A-B579-460E-94D1-54222C63F5DA}" styleName="No Style, Table Grid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  <a:tblStyle styleId="{9D7B26C5-4107-4FEC-AEDC-1716B250A1EF}" styleName="Light Style 1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tx1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tx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tx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tx1"/>
              </a:solidFill>
            </a:ln>
          </a:bottom>
        </a:tcBdr>
        <a:fill>
          <a:noFill/>
        </a:fill>
      </a:tcStyle>
    </a:firstRow>
  </a:tblStyle>
  <a:tblStyle styleId="{7E9639D4-E3E2-4D34-9284-5A2195B3D0D7}" styleName="Light Style 2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tx1"/>
            </a:lnRef>
          </a:left>
          <a:right>
            <a:lnRef idx="1">
              <a:schemeClr val="tx1"/>
            </a:lnRef>
          </a:right>
          <a:top>
            <a:lnRef idx="1">
              <a:schemeClr val="tx1"/>
            </a:lnRef>
          </a:top>
          <a:bottom>
            <a:lnRef idx="1">
              <a:schemeClr val="tx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tx1"/>
            </a:lnRef>
          </a:top>
          <a:bottom>
            <a:lnRef idx="1">
              <a:schemeClr val="tx1"/>
            </a:lnRef>
          </a:bottom>
        </a:tcBdr>
      </a:tcStyle>
    </a:band1H>
    <a:band1V>
      <a:tcStyle>
        <a:tcBdr>
          <a:left>
            <a:lnRef idx="1">
              <a:schemeClr val="tx1"/>
            </a:lnRef>
          </a:left>
          <a:right>
            <a:lnRef idx="1">
              <a:schemeClr val="tx1"/>
            </a:lnRef>
          </a:right>
        </a:tcBdr>
      </a:tcStyle>
    </a:band1V>
    <a:band2V>
      <a:tcStyle>
        <a:tcBdr>
          <a:left>
            <a:lnRef idx="1">
              <a:schemeClr val="tx1"/>
            </a:lnRef>
          </a:left>
          <a:right>
            <a:lnRef idx="1">
              <a:schemeClr val="tx1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tx1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tx1"/>
        </a:fillRef>
      </a:tcStyle>
    </a:firstRow>
  </a:tblStyle>
  <a:tblStyle styleId="{793D81CF-94F2-401A-BA57-92F5A7B2D0C5}" styleName="Medium Style 1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dk1"/>
              </a:solidFill>
            </a:ln>
          </a:left>
          <a:right>
            <a:ln w="12700" cmpd="sng">
              <a:solidFill>
                <a:schemeClr val="dk1"/>
              </a:solidFill>
            </a:ln>
          </a:right>
          <a:top>
            <a:ln w="12700" cmpd="sng">
              <a:solidFill>
                <a:schemeClr val="dk1"/>
              </a:solidFill>
            </a:ln>
          </a:top>
          <a:bottom>
            <a:ln w="12700" cmpd="sng">
              <a:solidFill>
                <a:schemeClr val="dk1"/>
              </a:solidFill>
            </a:ln>
          </a:bottom>
          <a:insideH>
            <a:ln w="12700" cmpd="sng">
              <a:solidFill>
                <a:schemeClr val="dk1"/>
              </a:solidFill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dk1">
              <a:tint val="20000"/>
            </a:schemeClr>
          </a:solidFill>
        </a:fill>
      </a:tcStyle>
    </a:band1H>
    <a:band1V>
      <a:tcStyle>
        <a:tcBdr/>
        <a:fill>
          <a:solidFill>
            <a:schemeClr val="dk1">
              <a:tint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lt1"/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dk1"/>
          </a:solidFill>
        </a:fill>
      </a:tcStyle>
    </a:firstRow>
  </a:tblStyle>
  <a:tblStyle styleId="{8EC20E35-A176-4012-BC5E-935CFFF8708E}" styleName="Medium Style 3">
    <a:wholeTbl>
      <a:tcTxStyle>
        <a:fontRef idx="minor"/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25400" cmpd="sng">
              <a:solidFill>
                <a:schemeClr val="dk1"/>
              </a:solidFill>
            </a:ln>
          </a:top>
          <a:bottom>
            <a:ln w="25400" cmpd="sng">
              <a:solidFill>
                <a:schemeClr val="dk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dk1">
              <a:tint val="20000"/>
            </a:schemeClr>
          </a:solidFill>
        </a:fill>
      </a:tcStyle>
    </a:band1H>
    <a:band1V>
      <a:tcStyle>
        <a:tcBdr/>
        <a:fill>
          <a:solidFill>
            <a:schemeClr val="dk1">
              <a:tint val="20000"/>
            </a:schemeClr>
          </a:solidFill>
        </a:fill>
      </a:tcStyle>
    </a:band1V>
    <a:la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dk1"/>
          </a:solidFill>
        </a:fill>
      </a:tcStyle>
    </a:lastCol>
    <a:fir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dk1"/>
          </a:solidFill>
        </a:fill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lt1"/>
          </a:solidFill>
        </a:fill>
      </a:tcStyle>
    </a:lastRow>
    <a:seCell>
      <a:tcTxStyle b="on">
        <a:fontRef idx="minor">
          <a:scrgbClr r="0" g="0" b="0"/>
        </a:fontRef>
        <a:schemeClr val="dk1"/>
      </a:tcTxStyle>
      <a:tcStyle>
        <a:tcBdr/>
      </a:tcStyle>
    </a:seCell>
    <a:swCell>
      <a:tcTxStyle b="on">
        <a:fontRef idx="minor">
          <a:scrgbClr r="0" g="0" b="0"/>
        </a:fontRef>
        <a:schemeClr val="dk1"/>
      </a:tcTxStyle>
      <a:tcStyle>
        <a:tcBdr/>
      </a:tcStyle>
    </a:swCell>
    <a:firstRow>
      <a:tcTxStyle b="on">
        <a:fontRef idx="minor">
          <a:scrgbClr r="0" g="0" b="0"/>
        </a:fontRef>
        <a:schemeClr val="lt1"/>
      </a:tcTxStyle>
      <a:tcStyle>
        <a:tcBdr>
          <a:bottom>
            <a:ln w="25400" cmpd="sng">
              <a:solidFill>
                <a:schemeClr val="dk1"/>
              </a:solidFill>
            </a:ln>
          </a:bottom>
        </a:tcBdr>
        <a:fill>
          <a:solidFill>
            <a:schemeClr val="dk1"/>
          </a:solidFill>
        </a:fill>
      </a:tcStyle>
    </a:firstRow>
  </a:tblStyle>
  <a:tblStyle styleId="{68D230F3-CF80-4859-8CE7-A43EE81993B5}" styleName="Light Style 1 - Accent 6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6"/>
              </a:solidFill>
            </a:ln>
          </a:top>
          <a:bottom>
            <a:ln w="12700" cmpd="sng">
              <a:solidFill>
                <a:schemeClr val="accent6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6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6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6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6"/>
              </a:solidFill>
            </a:ln>
          </a:bottom>
        </a:tcBdr>
        <a:fill>
          <a:noFill/>
        </a:fill>
      </a:tcStyle>
    </a:firstRow>
  </a:tblStyle>
  <a:tblStyle styleId="{616DA210-FB5B-4158-B5E0-FEB733F419BA}" styleName="Light Style 3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tx1">
              <a:alpha val="20000"/>
            </a:schemeClr>
          </a:solidFill>
        </a:fill>
      </a:tcStyle>
    </a:band1H>
    <a:band1V>
      <a:tcStyle>
        <a:tcBdr/>
        <a:fill>
          <a:solidFill>
            <a:schemeClr val="tx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tx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tx1"/>
              </a:solidFill>
            </a:ln>
          </a:bottom>
        </a:tcBdr>
        <a:fill>
          <a:noFill/>
        </a:fill>
      </a:tcStyle>
    </a:firstRow>
  </a:tblStyle>
  <a:tblStyle styleId="{D7AC3CCA-C797-4891-BE02-D94E43425B78}" styleName="Medium Style 4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dk1"/>
              </a:solidFill>
            </a:ln>
          </a:left>
          <a:right>
            <a:ln w="12700" cmpd="sng">
              <a:solidFill>
                <a:schemeClr val="dk1"/>
              </a:solidFill>
            </a:ln>
          </a:right>
          <a:top>
            <a:ln w="12700" cmpd="sng">
              <a:solidFill>
                <a:schemeClr val="dk1"/>
              </a:solidFill>
            </a:ln>
          </a:top>
          <a:bottom>
            <a:ln w="12700" cmpd="sng">
              <a:solidFill>
                <a:schemeClr val="dk1"/>
              </a:solidFill>
            </a:ln>
          </a:bottom>
          <a:insideH>
            <a:ln w="12700" cmpd="sng">
              <a:solidFill>
                <a:schemeClr val="dk1"/>
              </a:solidFill>
            </a:ln>
          </a:insideH>
          <a:insideV>
            <a:ln w="12700" cmpd="sng">
              <a:solidFill>
                <a:schemeClr val="dk1"/>
              </a:solidFill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25400" cmpd="sng">
              <a:solidFill>
                <a:schemeClr val="dk1"/>
              </a:solidFill>
            </a:ln>
          </a:top>
        </a:tcBdr>
        <a:fill>
          <a:solidFill>
            <a:schemeClr val="dk1">
              <a:tint val="20000"/>
            </a:schemeClr>
          </a:solidFill>
        </a:fill>
      </a:tcStyle>
    </a:lastRow>
    <a:firstRow>
      <a:tcTxStyle b="on"/>
      <a:tcStyle>
        <a:tcBdr/>
        <a:fill>
          <a:solidFill>
            <a:schemeClr val="dk1">
              <a:tint val="20000"/>
            </a:schemeClr>
          </a:solidFill>
        </a:fill>
      </a:tcStyle>
    </a:firstRow>
  </a:tblStyle>
  <a:tblStyle styleId="{46F890A9-2807-4EBB-B81D-B2AA78EC7F39}" styleName="Dark Style 2 - Accent 5/Accent 6">
    <a:wholeTbl>
      <a:tcTxStyle>
        <a:fontRef idx="minor">
          <a:scrgbClr r="0" g="0" b="0"/>
        </a:fontRef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5">
              <a:tint val="20000"/>
            </a:schemeClr>
          </a:solidFill>
        </a:fill>
      </a:tcStyle>
    </a:wholeTbl>
    <a:band1H>
      <a:tcStyle>
        <a:tcBdr/>
        <a:fill>
          <a:solidFill>
            <a:schemeClr val="accent5">
              <a:tint val="40000"/>
            </a:schemeClr>
          </a:solidFill>
        </a:fill>
      </a:tcStyle>
    </a:band1H>
    <a:band1V>
      <a:tcStyle>
        <a:tcBdr/>
        <a:fill>
          <a:solidFill>
            <a:schemeClr val="accent5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accent5">
              <a:tint val="20000"/>
            </a:schemeClr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6"/>
          </a:solidFill>
        </a:fill>
      </a:tcStyle>
    </a:firstRow>
  </a:tblStyle>
  <a:tblStyle styleId="{16D9F66E-5EB9-4882-86FB-DCBF35E3C3E4}" styleName="Medium Style 4 - Accent 6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6"/>
              </a:solidFill>
            </a:ln>
          </a:left>
          <a:right>
            <a:ln w="12700" cmpd="sng">
              <a:solidFill>
                <a:schemeClr val="accent6"/>
              </a:solidFill>
            </a:ln>
          </a:right>
          <a:top>
            <a:ln w="12700" cmpd="sng">
              <a:solidFill>
                <a:schemeClr val="accent6"/>
              </a:solidFill>
            </a:ln>
          </a:top>
          <a:bottom>
            <a:ln w="12700" cmpd="sng">
              <a:solidFill>
                <a:schemeClr val="accent6"/>
              </a:solidFill>
            </a:ln>
          </a:bottom>
          <a:insideH>
            <a:ln w="12700" cmpd="sng">
              <a:solidFill>
                <a:schemeClr val="accent6"/>
              </a:solidFill>
            </a:ln>
          </a:insideH>
          <a:insideV>
            <a:ln w="12700" cmpd="sng">
              <a:solidFill>
                <a:schemeClr val="accent6"/>
              </a:solidFill>
            </a:ln>
          </a:insideV>
        </a:tcBdr>
        <a:fill>
          <a:solidFill>
            <a:schemeClr val="accent6">
              <a:tint val="20000"/>
            </a:schemeClr>
          </a:solidFill>
        </a:fill>
      </a:tcStyle>
    </a:wholeTbl>
    <a:band1H>
      <a:tcStyle>
        <a:tcBdr/>
        <a:fill>
          <a:solidFill>
            <a:schemeClr val="accent6">
              <a:tint val="40000"/>
            </a:schemeClr>
          </a:solidFill>
        </a:fill>
      </a:tcStyle>
    </a:band1H>
    <a:band1V>
      <a:tcStyle>
        <a:tcBdr/>
        <a:fill>
          <a:solidFill>
            <a:schemeClr val="accent6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25400" cmpd="sng">
              <a:solidFill>
                <a:schemeClr val="accent6"/>
              </a:solidFill>
            </a:ln>
          </a:top>
        </a:tcBdr>
        <a:fill>
          <a:solidFill>
            <a:schemeClr val="accent6">
              <a:tint val="20000"/>
            </a:schemeClr>
          </a:solidFill>
        </a:fill>
      </a:tcStyle>
    </a:lastRow>
    <a:firstRow>
      <a:tcTxStyle b="on"/>
      <a:tcStyle>
        <a:tcBdr/>
        <a:fill>
          <a:solidFill>
            <a:schemeClr val="accent6">
              <a:tint val="20000"/>
            </a:schemeClr>
          </a:solidFill>
        </a:fill>
      </a:tcStyle>
    </a:firstRow>
  </a:tblStyle>
  <a:tblStyle styleId="{10A1B5D5-9B99-4C35-A422-299274C87663}" styleName="Medium Style 1 - Accent 6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6"/>
              </a:solidFill>
            </a:ln>
          </a:left>
          <a:right>
            <a:ln w="12700" cmpd="sng">
              <a:solidFill>
                <a:schemeClr val="accent6"/>
              </a:solidFill>
            </a:ln>
          </a:right>
          <a:top>
            <a:ln w="12700" cmpd="sng">
              <a:solidFill>
                <a:schemeClr val="accent6"/>
              </a:solidFill>
            </a:ln>
          </a:top>
          <a:bottom>
            <a:ln w="12700" cmpd="sng">
              <a:solidFill>
                <a:schemeClr val="accent6"/>
              </a:solidFill>
            </a:ln>
          </a:bottom>
          <a:insideH>
            <a:ln w="12700" cmpd="sng">
              <a:solidFill>
                <a:schemeClr val="accent6"/>
              </a:solidFill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accent6">
              <a:tint val="20000"/>
            </a:schemeClr>
          </a:solidFill>
        </a:fill>
      </a:tcStyle>
    </a:band1H>
    <a:band1V>
      <a:tcStyle>
        <a:tcBdr/>
        <a:fill>
          <a:solidFill>
            <a:schemeClr val="accent6">
              <a:tint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6"/>
              </a:solidFill>
            </a:ln>
          </a:top>
        </a:tcBdr>
        <a:fill>
          <a:solidFill>
            <a:schemeClr val="lt1"/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6"/>
          </a:solidFill>
        </a:fill>
      </a:tcStyle>
    </a:firstRow>
  </a:tblStyle>
  <a:tblStyle styleId="{E8B1032C-EA38-4F05-BA0D-38AFFFC7BED3}" styleName="Light Style 3 - Accent 6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accent6"/>
              </a:solidFill>
            </a:ln>
          </a:left>
          <a:right>
            <a:ln w="12700" cmpd="sng">
              <a:solidFill>
                <a:schemeClr val="accent6"/>
              </a:solidFill>
            </a:ln>
          </a:right>
          <a:top>
            <a:ln w="12700" cmpd="sng">
              <a:solidFill>
                <a:schemeClr val="accent6"/>
              </a:solidFill>
            </a:ln>
          </a:top>
          <a:bottom>
            <a:ln w="12700" cmpd="sng">
              <a:solidFill>
                <a:schemeClr val="accent6"/>
              </a:solidFill>
            </a:ln>
          </a:bottom>
          <a:insideH>
            <a:ln w="12700" cmpd="sng">
              <a:solidFill>
                <a:schemeClr val="accent6"/>
              </a:solidFill>
            </a:ln>
          </a:insideH>
          <a:insideV>
            <a:ln w="12700" cmpd="sng">
              <a:solidFill>
                <a:schemeClr val="accent6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6">
              <a:alpha val="20000"/>
            </a:schemeClr>
          </a:solidFill>
        </a:fill>
      </a:tcStyle>
    </a:band1H>
    <a:band1V>
      <a:tcStyle>
        <a:tcBdr/>
        <a:fill>
          <a:solidFill>
            <a:schemeClr val="accent6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6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accent6"/>
              </a:solidFill>
            </a:ln>
          </a:bottom>
        </a:tcBdr>
        <a:fill>
          <a:noFill/>
        </a:fill>
      </a:tcStyle>
    </a:firstRow>
  </a:tblStyle>
  <a:tblStyle styleId="{ED083AE6-46FA-4A59-8FB0-9F97EB10719F}" styleName="Light Style 3 - Accent 4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accent4"/>
              </a:solidFill>
            </a:ln>
          </a:left>
          <a:right>
            <a:ln w="12700" cmpd="sng">
              <a:solidFill>
                <a:schemeClr val="accent4"/>
              </a:solidFill>
            </a:ln>
          </a:right>
          <a:top>
            <a:ln w="12700" cmpd="sng">
              <a:solidFill>
                <a:schemeClr val="accent4"/>
              </a:solidFill>
            </a:ln>
          </a:top>
          <a:bottom>
            <a:ln w="12700" cmpd="sng">
              <a:solidFill>
                <a:schemeClr val="accent4"/>
              </a:solidFill>
            </a:ln>
          </a:bottom>
          <a:insideH>
            <a:ln w="12700" cmpd="sng">
              <a:solidFill>
                <a:schemeClr val="accent4"/>
              </a:solidFill>
            </a:ln>
          </a:insideH>
          <a:insideV>
            <a:ln w="12700" cmpd="sng">
              <a:solidFill>
                <a:schemeClr val="accent4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4">
              <a:alpha val="20000"/>
            </a:schemeClr>
          </a:solidFill>
        </a:fill>
      </a:tcStyle>
    </a:band1H>
    <a:band1V>
      <a:tcStyle>
        <a:tcBdr/>
        <a:fill>
          <a:solidFill>
            <a:schemeClr val="accent4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4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accent4"/>
              </a:solidFill>
            </a:ln>
          </a:bottom>
        </a:tcBdr>
        <a:fill>
          <a:noFill/>
        </a:fill>
      </a:tcStyle>
    </a:firstRow>
  </a:tblStyle>
  <a:tblStyle styleId="{17292A2E-F333-43FB-9621-5CBBE7FDCDCB}" styleName="Light Style 2 - Accent 4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4"/>
            </a:lnRef>
          </a:left>
          <a:right>
            <a:lnRef idx="1">
              <a:schemeClr val="accent4"/>
            </a:lnRef>
          </a:right>
          <a:top>
            <a:lnRef idx="1">
              <a:schemeClr val="accent4"/>
            </a:lnRef>
          </a:top>
          <a:bottom>
            <a:lnRef idx="1">
              <a:schemeClr val="accent4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4"/>
            </a:lnRef>
          </a:top>
          <a:bottom>
            <a:lnRef idx="1">
              <a:schemeClr val="accent4"/>
            </a:lnRef>
          </a:bottom>
        </a:tcBdr>
      </a:tcStyle>
    </a:band1H>
    <a:band1V>
      <a:tcStyle>
        <a:tcBdr>
          <a:left>
            <a:lnRef idx="1">
              <a:schemeClr val="accent4"/>
            </a:lnRef>
          </a:left>
          <a:right>
            <a:lnRef idx="1">
              <a:schemeClr val="accent4"/>
            </a:lnRef>
          </a:right>
        </a:tcBdr>
      </a:tcStyle>
    </a:band1V>
    <a:band2V>
      <a:tcStyle>
        <a:tcBdr>
          <a:left>
            <a:lnRef idx="1">
              <a:schemeClr val="accent4"/>
            </a:lnRef>
          </a:left>
          <a:right>
            <a:lnRef idx="1">
              <a:schemeClr val="accent4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4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4"/>
        </a:fillRef>
      </a:tcStyle>
    </a:firstRow>
  </a:tblStyle>
  <a:tblStyle styleId="{C4B1156A-380E-4F78-BDF5-A606A8083BF9}" styleName="Medium Style 4 - Accent 4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4"/>
              </a:solidFill>
            </a:ln>
          </a:left>
          <a:right>
            <a:ln w="12700" cmpd="sng">
              <a:solidFill>
                <a:schemeClr val="accent4"/>
              </a:solidFill>
            </a:ln>
          </a:right>
          <a:top>
            <a:ln w="12700" cmpd="sng">
              <a:solidFill>
                <a:schemeClr val="accent4"/>
              </a:solidFill>
            </a:ln>
          </a:top>
          <a:bottom>
            <a:ln w="12700" cmpd="sng">
              <a:solidFill>
                <a:schemeClr val="accent4"/>
              </a:solidFill>
            </a:ln>
          </a:bottom>
          <a:insideH>
            <a:ln w="12700" cmpd="sng">
              <a:solidFill>
                <a:schemeClr val="accent4"/>
              </a:solidFill>
            </a:ln>
          </a:insideH>
          <a:insideV>
            <a:ln w="12700" cmpd="sng">
              <a:solidFill>
                <a:schemeClr val="accent4"/>
              </a:solidFill>
            </a:ln>
          </a:insideV>
        </a:tcBdr>
        <a:fill>
          <a:solidFill>
            <a:schemeClr val="accent4">
              <a:tint val="20000"/>
            </a:schemeClr>
          </a:solidFill>
        </a:fill>
      </a:tcStyle>
    </a:wholeTbl>
    <a:band1H>
      <a:tcStyle>
        <a:tcBdr/>
        <a:fill>
          <a:solidFill>
            <a:schemeClr val="accent4">
              <a:tint val="40000"/>
            </a:schemeClr>
          </a:solidFill>
        </a:fill>
      </a:tcStyle>
    </a:band1H>
    <a:band1V>
      <a:tcStyle>
        <a:tcBdr/>
        <a:fill>
          <a:solidFill>
            <a:schemeClr val="accent4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25400" cmpd="sng">
              <a:solidFill>
                <a:schemeClr val="accent4"/>
              </a:solidFill>
            </a:ln>
          </a:top>
        </a:tcBdr>
        <a:fill>
          <a:solidFill>
            <a:schemeClr val="accent4">
              <a:tint val="20000"/>
            </a:schemeClr>
          </a:solidFill>
        </a:fill>
      </a:tcStyle>
    </a:lastRow>
    <a:firstRow>
      <a:tcTxStyle b="on"/>
      <a:tcStyle>
        <a:tcBdr/>
        <a:fill>
          <a:solidFill>
            <a:schemeClr val="accent4">
              <a:tint val="20000"/>
            </a:schemeClr>
          </a:solidFill>
        </a:fill>
      </a:tcStyle>
    </a:firstRow>
  </a:tblStyle>
  <a:tblStyle styleId="{D27102A9-8310-4765-A935-A1911B00CA55}" styleName="Light Style 1 - Accent 4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4"/>
              </a:solidFill>
            </a:ln>
          </a:top>
          <a:bottom>
            <a:ln w="12700" cmpd="sng">
              <a:solidFill>
                <a:schemeClr val="accent4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4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4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4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4"/>
              </a:solidFill>
            </a:ln>
          </a:bottom>
        </a:tcBdr>
        <a:fill>
          <a:noFill/>
        </a:fill>
      </a:tcStyle>
    </a:firstRow>
  </a:tblStyle>
  <a:tblStyle styleId="{1E171933-4619-4E11-9A3F-F7608DF75F80}" styleName="Medium Style 1 - Accent 4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4"/>
              </a:solidFill>
            </a:ln>
          </a:left>
          <a:right>
            <a:ln w="12700" cmpd="sng">
              <a:solidFill>
                <a:schemeClr val="accent4"/>
              </a:solidFill>
            </a:ln>
          </a:right>
          <a:top>
            <a:ln w="12700" cmpd="sng">
              <a:solidFill>
                <a:schemeClr val="accent4"/>
              </a:solidFill>
            </a:ln>
          </a:top>
          <a:bottom>
            <a:ln w="12700" cmpd="sng">
              <a:solidFill>
                <a:schemeClr val="accent4"/>
              </a:solidFill>
            </a:ln>
          </a:bottom>
          <a:insideH>
            <a:ln w="12700" cmpd="sng">
              <a:solidFill>
                <a:schemeClr val="accent4"/>
              </a:solidFill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accent4">
              <a:tint val="20000"/>
            </a:schemeClr>
          </a:solidFill>
        </a:fill>
      </a:tcStyle>
    </a:band1H>
    <a:band1V>
      <a:tcStyle>
        <a:tcBdr/>
        <a:fill>
          <a:solidFill>
            <a:schemeClr val="accent4">
              <a:tint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4"/>
              </a:solidFill>
            </a:ln>
          </a:top>
        </a:tcBdr>
        <a:fill>
          <a:solidFill>
            <a:schemeClr val="lt1"/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4"/>
          </a:solidFill>
        </a:fill>
      </a:tcStyle>
    </a:firstRow>
  </a:tblStyle>
  <a:tblStyle styleId="{69CF1AB2-1976-4502-BF36-3FF5EA218861}" styleName="Medium Style 4 - Accent 1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1"/>
              </a:solidFill>
            </a:ln>
          </a:left>
          <a:right>
            <a:ln w="12700" cmpd="sng">
              <a:solidFill>
                <a:schemeClr val="accent1"/>
              </a:solidFill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 w="12700" cmpd="sng">
              <a:solidFill>
                <a:schemeClr val="accent1"/>
              </a:solidFill>
            </a:ln>
          </a:insideH>
          <a:insideV>
            <a:ln w="12700" cmpd="sng">
              <a:solidFill>
                <a:schemeClr val="accen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25400" cmpd="sng">
              <a:solidFill>
                <a:schemeClr val="accent1"/>
              </a:solidFill>
            </a:ln>
          </a:top>
        </a:tcBdr>
        <a:fill>
          <a:solidFill>
            <a:schemeClr val="accent1">
              <a:tint val="20000"/>
            </a:schemeClr>
          </a:solidFill>
        </a:fill>
      </a:tcStyle>
    </a:lastRow>
    <a:firstRow>
      <a:tcTxStyle b="on"/>
      <a:tcStyle>
        <a:tcBdr/>
        <a:fill>
          <a:solidFill>
            <a:schemeClr val="accent1">
              <a:tint val="20000"/>
            </a:schemeClr>
          </a:solidFill>
        </a:fill>
      </a:tcStyle>
    </a:firstRow>
  </a:tblStyle>
  <a:tblStyle styleId="{775DCB02-9BB8-47FD-8907-85C794F793BA}" styleName="Themed Style 1 - Accent 4">
    <a:tblBg>
      <a:fillRef idx="2">
        <a:schemeClr val="accent4"/>
      </a:fillRef>
      <a:effectRef idx="1">
        <a:schemeClr val="accent4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4"/>
            </a:lnRef>
          </a:left>
          <a:right>
            <a:lnRef idx="1">
              <a:schemeClr val="accent4"/>
            </a:lnRef>
          </a:right>
          <a:top>
            <a:lnRef idx="1">
              <a:schemeClr val="accent4"/>
            </a:lnRef>
          </a:top>
          <a:bottom>
            <a:lnRef idx="1">
              <a:schemeClr val="accent4"/>
            </a:lnRef>
          </a:bottom>
          <a:insideH>
            <a:lnRef idx="1">
              <a:schemeClr val="accent4"/>
            </a:lnRef>
          </a:insideH>
          <a:insideV>
            <a:lnRef idx="1">
              <a:schemeClr val="accent4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4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4"/>
            </a:lnRef>
          </a:top>
          <a:bottom>
            <a:lnRef idx="1">
              <a:schemeClr val="accent4"/>
            </a:lnRef>
          </a:bottom>
        </a:tcBdr>
        <a:fill>
          <a:solidFill>
            <a:schemeClr val="accent4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4"/>
            </a:lnRef>
          </a:left>
          <a:right>
            <a:lnRef idx="1">
              <a:schemeClr val="accent4"/>
            </a:lnRef>
          </a:right>
          <a:top>
            <a:lnRef idx="1">
              <a:schemeClr val="accent4"/>
            </a:lnRef>
          </a:top>
          <a:bottom>
            <a:lnRef idx="1">
              <a:schemeClr val="accent4"/>
            </a:lnRef>
          </a:bottom>
          <a:insideH>
            <a:lnRef idx="1">
              <a:schemeClr val="accent4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4"/>
            </a:lnRef>
          </a:left>
          <a:right>
            <a:lnRef idx="2">
              <a:schemeClr val="accent4"/>
            </a:lnRef>
          </a:right>
          <a:top>
            <a:lnRef idx="1">
              <a:schemeClr val="accent4"/>
            </a:lnRef>
          </a:top>
          <a:bottom>
            <a:lnRef idx="1">
              <a:schemeClr val="accent4"/>
            </a:lnRef>
          </a:bottom>
          <a:insideH>
            <a:lnRef idx="1">
              <a:schemeClr val="accent4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4"/>
            </a:lnRef>
          </a:left>
          <a:right>
            <a:lnRef idx="1">
              <a:schemeClr val="accent4"/>
            </a:lnRef>
          </a:right>
          <a:top>
            <a:lnRef idx="2">
              <a:schemeClr val="accent4"/>
            </a:lnRef>
          </a:top>
          <a:bottom>
            <a:lnRef idx="2">
              <a:schemeClr val="accent4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4"/>
            </a:lnRef>
          </a:left>
          <a:right>
            <a:lnRef idx="1">
              <a:schemeClr val="accent4"/>
            </a:lnRef>
          </a:right>
          <a:top>
            <a:lnRef idx="1">
              <a:schemeClr val="accent4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4"/>
          </a:solidFill>
        </a:fill>
      </a:tcStyle>
    </a:firstRow>
  </a:tblStyle>
  <a:tblStyle styleId="{E269D01E-BC32-4049-B463-5C60D7B0CCD2}" styleName="Themed Style 2 - Accent 4">
    <a:tblBg>
      <a:fillRef idx="3">
        <a:schemeClr val="accent4"/>
      </a:fillRef>
      <a:effectRef idx="3">
        <a:schemeClr val="accent4"/>
      </a:effectRef>
    </a:tblBg>
    <a:wholeTbl>
      <a:tcTxStyle>
        <a:fontRef idx="minor">
          <a:scrgbClr r="0" g="0" b="0"/>
        </a:fontRef>
        <a:schemeClr val="lt1"/>
      </a:tcTxStyle>
      <a:tcStyle>
        <a:tcBdr>
          <a:left>
            <a:lnRef idx="1">
              <a:schemeClr val="accent4">
                <a:tint val="50000"/>
              </a:schemeClr>
            </a:lnRef>
          </a:left>
          <a:right>
            <a:lnRef idx="1">
              <a:schemeClr val="accent4">
                <a:tint val="50000"/>
              </a:schemeClr>
            </a:lnRef>
          </a:right>
          <a:top>
            <a:lnRef idx="1">
              <a:schemeClr val="accent4">
                <a:tint val="50000"/>
              </a:schemeClr>
            </a:lnRef>
          </a:top>
          <a:bottom>
            <a:lnRef idx="1">
              <a:schemeClr val="accent4">
                <a:tint val="50000"/>
              </a:schemeClr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lt1">
              <a:alpha val="20000"/>
            </a:schemeClr>
          </a:solidFill>
        </a:fill>
      </a:tcStyle>
    </a:band1H>
    <a:band1V>
      <a:tcStyle>
        <a:tcBdr/>
        <a:fill>
          <a:solidFill>
            <a:schemeClr val="lt1">
              <a:alpha val="20000"/>
            </a:schemeClr>
          </a:solidFill>
        </a:fill>
      </a:tcStyle>
    </a:band1V>
    <a:lastCol>
      <a:tcTxStyle b="on"/>
      <a:tcStyle>
        <a:tcBdr>
          <a:left>
            <a:lnRef idx="2">
              <a:schemeClr val="lt1"/>
            </a:lnRef>
          </a:left>
        </a:tcBdr>
      </a:tcStyle>
    </a:lastCol>
    <a:firstCol>
      <a:tcTxStyle b="on"/>
      <a:tcStyle>
        <a:tcBdr>
          <a:right>
            <a:lnRef idx="2">
              <a:schemeClr val="lt1"/>
            </a:lnRef>
          </a:right>
        </a:tcBdr>
      </a:tcStyle>
    </a:firstCol>
    <a:lastRow>
      <a:tcTxStyle b="on"/>
      <a:tcStyle>
        <a:tcBdr>
          <a:top>
            <a:lnRef idx="2">
              <a:schemeClr val="lt1"/>
            </a:lnRef>
          </a:top>
        </a:tcBdr>
        <a:fill>
          <a:noFill/>
        </a:fill>
      </a:tcStyle>
    </a:lastRow>
    <a:seCell>
      <a:tcStyle>
        <a:tcBdr>
          <a:left>
            <a:ln>
              <a:noFill/>
            </a:ln>
          </a:left>
          <a:top>
            <a:ln>
              <a:noFill/>
            </a:ln>
          </a:top>
        </a:tcBdr>
      </a:tcStyle>
    </a:seCell>
    <a:swCell>
      <a:tcStyle>
        <a:tcBdr>
          <a:right>
            <a:ln>
              <a:noFill/>
            </a:ln>
          </a:right>
          <a:top>
            <a:ln>
              <a:noFill/>
            </a:ln>
          </a:top>
        </a:tcBdr>
      </a:tcStyle>
    </a:swCell>
    <a:firstRow>
      <a:tcTxStyle b="on"/>
      <a:tcStyle>
        <a:tcBdr>
          <a:bottom>
            <a:lnRef idx="3">
              <a:schemeClr val="lt1"/>
            </a:lnRef>
          </a:bottom>
        </a:tcBdr>
        <a:fill>
          <a:noFill/>
        </a:fill>
      </a:tcStyle>
    </a:firstRow>
    <a:neCell>
      <a:tcStyle>
        <a:tcBdr>
          <a:bottom>
            <a:ln>
              <a:noFill/>
            </a:ln>
          </a:bottom>
        </a:tcBdr>
      </a:tcStyle>
    </a:neCell>
  </a:tblStyle>
  <a:tblStyle styleId="{00A15C55-8517-42AA-B614-E9B94910E393}" styleName="Medium Style 2 - Accent 4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4">
              <a:tint val="20000"/>
            </a:schemeClr>
          </a:solidFill>
        </a:fill>
      </a:tcStyle>
    </a:wholeTbl>
    <a:band1H>
      <a:tcStyle>
        <a:tcBdr/>
        <a:fill>
          <a:solidFill>
            <a:schemeClr val="accent4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4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4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4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4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4"/>
          </a:solidFill>
        </a:fill>
      </a:tcStyle>
    </a:firstRow>
  </a:tblStyle>
  <a:tblStyle styleId="{EB9631B5-78F2-41C9-869B-9F39066F8104}" styleName="Medium Style 3 - Accent 4">
    <a:wholeTbl>
      <a:tcTxStyle>
        <a:fontRef idx="minor">
          <a:scrgbClr r="0" g="0" b="0"/>
        </a:fontRef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25400" cmpd="sng">
              <a:solidFill>
                <a:schemeClr val="dk1"/>
              </a:solidFill>
            </a:ln>
          </a:top>
          <a:bottom>
            <a:ln w="25400" cmpd="sng">
              <a:solidFill>
                <a:schemeClr val="dk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dk1">
              <a:tint val="20000"/>
            </a:schemeClr>
          </a:solidFill>
        </a:fill>
      </a:tcStyle>
    </a:band1H>
    <a:band1V>
      <a:tcStyle>
        <a:tcBdr/>
        <a:fill>
          <a:solidFill>
            <a:schemeClr val="dk1">
              <a:tint val="20000"/>
            </a:schemeClr>
          </a:solidFill>
        </a:fill>
      </a:tcStyle>
    </a:band1V>
    <a:la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4"/>
          </a:solidFill>
        </a:fill>
      </a:tcStyle>
    </a:lastCol>
    <a:fir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4"/>
          </a:solidFill>
        </a:fill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lt1"/>
          </a:solidFill>
        </a:fill>
      </a:tcStyle>
    </a:lastRow>
    <a:seCell>
      <a:tcTxStyle b="on">
        <a:fontRef idx="minor">
          <a:scrgbClr r="0" g="0" b="0"/>
        </a:fontRef>
        <a:schemeClr val="dk1"/>
      </a:tcTxStyle>
      <a:tcStyle>
        <a:tcBdr/>
      </a:tcStyle>
    </a:seCell>
    <a:swCell>
      <a:tcTxStyle b="on">
        <a:fontRef idx="minor">
          <a:scrgbClr r="0" g="0" b="0"/>
        </a:fontRef>
        <a:schemeClr val="dk1"/>
      </a:tcTxStyle>
      <a:tcStyle>
        <a:tcBdr/>
      </a:tcStyle>
    </a:swCell>
    <a:firstRow>
      <a:tcTxStyle b="on">
        <a:fontRef idx="minor">
          <a:scrgbClr r="0" g="0" b="0"/>
        </a:fontRef>
        <a:schemeClr val="lt1"/>
      </a:tcTxStyle>
      <a:tcStyle>
        <a:tcBdr>
          <a:bottom>
            <a:ln w="25400" cmpd="sng">
              <a:solidFill>
                <a:schemeClr val="dk1"/>
              </a:solidFill>
            </a:ln>
          </a:bottom>
        </a:tcBdr>
        <a:fill>
          <a:solidFill>
            <a:schemeClr val="accent4"/>
          </a:solidFill>
        </a:fill>
      </a:tcStyle>
    </a:firstRow>
  </a:tblStyle>
  <a:tblStyle styleId="{3B4B98B0-60AC-42C2-AFA5-B58CD77FA1E5}" styleName="Light Style 1 - Accent 1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1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1"/>
              </a:solidFill>
            </a:ln>
          </a:bottom>
        </a:tcBdr>
        <a:fill>
          <a:noFill/>
        </a:fill>
      </a:tcStyle>
    </a:firstRow>
  </a:tblStyle>
  <a:tblStyle styleId="{69012ECD-51FC-41F1-AA8D-1B2483CD663E}" styleName="Light Style 2 - Accent 1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</a:tcBdr>
      </a:tcStyle>
    </a:band1H>
    <a:band1V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</a:tcBdr>
      </a:tcStyle>
    </a:band1V>
    <a:band2V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1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1"/>
        </a:fillRef>
      </a:tcStyle>
    </a:firstRow>
  </a:tblStyle>
  <a:tblStyle styleId="{B301B821-A1FF-4177-AEE7-76D212191A09}" styleName="Medium Style 1 - Accent 1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1"/>
              </a:solidFill>
            </a:ln>
          </a:left>
          <a:right>
            <a:ln w="12700" cmpd="sng">
              <a:solidFill>
                <a:schemeClr val="accent1"/>
              </a:solidFill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 w="12700" cmpd="sng">
              <a:solidFill>
                <a:schemeClr val="accent1"/>
              </a:solidFill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accent1">
              <a:tint val="20000"/>
            </a:schemeClr>
          </a:solidFill>
        </a:fill>
      </a:tcStyle>
    </a:band1H>
    <a:band1V>
      <a:tcStyle>
        <a:tcBdr/>
        <a:fill>
          <a:solidFill>
            <a:schemeClr val="accent1">
              <a:tint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1"/>
              </a:solidFill>
            </a:ln>
          </a:top>
        </a:tcBdr>
        <a:fill>
          <a:solidFill>
            <a:schemeClr val="lt1"/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1"/>
          </a:solidFill>
        </a:fill>
      </a:tcStyle>
    </a:firstRow>
  </a:tblStyle>
  <a:tblStyle styleId="{91EBBBCC-DAD2-459C-BE2E-F6DE35CF9A28}" styleName="Dark Style 2 - Accent 3/Accent 4">
    <a:wholeTbl>
      <a:tcTxStyle>
        <a:fontRef idx="minor">
          <a:scrgbClr r="0" g="0" b="0"/>
        </a:fontRef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3">
              <a:tint val="20000"/>
            </a:schemeClr>
          </a:solidFill>
        </a:fill>
      </a:tcStyle>
    </a:wholeTbl>
    <a:band1H>
      <a:tcStyle>
        <a:tcBdr/>
        <a:fill>
          <a:solidFill>
            <a:schemeClr val="accent3">
              <a:tint val="40000"/>
            </a:schemeClr>
          </a:solidFill>
        </a:fill>
      </a:tcStyle>
    </a:band1H>
    <a:band1V>
      <a:tcStyle>
        <a:tcBdr/>
        <a:fill>
          <a:solidFill>
            <a:schemeClr val="accent3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accent3">
              <a:tint val="20000"/>
            </a:schemeClr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4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995" autoAdjust="0"/>
    <p:restoredTop sz="94660" autoAdjust="0"/>
  </p:normalViewPr>
  <p:slideViewPr>
    <p:cSldViewPr snapToGrid="0">
      <p:cViewPr varScale="1">
        <p:scale>
          <a:sx n="105" d="100"/>
          <a:sy n="105" d="100"/>
        </p:scale>
        <p:origin x="834" y="114"/>
      </p:cViewPr>
      <p:guideLst/>
    </p:cSldViewPr>
  </p:slideViewPr>
  <p:outlineViewPr>
    <p:cViewPr>
      <p:scale>
        <a:sx n="33" d="100"/>
        <a:sy n="33" d="100"/>
      </p:scale>
      <p:origin x="0" y="-11376"/>
    </p:cViewPr>
  </p:outlineViewPr>
  <p:notesTextViewPr>
    <p:cViewPr>
      <p:scale>
        <a:sx n="1" d="1"/>
        <a:sy n="1" d="1"/>
      </p:scale>
      <p:origin x="0" y="0"/>
    </p:cViewPr>
  </p:notesTextViewPr>
  <p:sorterViewPr>
    <p:cViewPr varScale="1">
      <p:scale>
        <a:sx n="100" d="100"/>
        <a:sy n="100" d="100"/>
      </p:scale>
      <p:origin x="0" y="-6264"/>
    </p:cViewPr>
  </p:sorterViewPr>
  <p:notesViewPr>
    <p:cSldViewPr snapToGrid="0">
      <p:cViewPr varScale="1">
        <p:scale>
          <a:sx n="67" d="100"/>
          <a:sy n="67" d="100"/>
        </p:scale>
        <p:origin x="3120" y="72"/>
      </p:cViewPr>
      <p:guideLst/>
    </p:cSldViewPr>
  </p:notes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4.xml"/><Relationship Id="rId13" Type="http://schemas.openxmlformats.org/officeDocument/2006/relationships/handoutMaster" Target="handoutMasters/handoutMaster1.xml"/><Relationship Id="rId18" Type="http://schemas.microsoft.com/office/2016/11/relationships/changesInfo" Target="changesInfos/changesInfo1.xml"/><Relationship Id="rId3" Type="http://schemas.openxmlformats.org/officeDocument/2006/relationships/customXml" Target="../customXml/item3.xml"/><Relationship Id="rId7" Type="http://schemas.openxmlformats.org/officeDocument/2006/relationships/slide" Target="slides/slide3.xml"/><Relationship Id="rId12" Type="http://schemas.openxmlformats.org/officeDocument/2006/relationships/notesMaster" Target="notesMasters/notesMaster1.xml"/><Relationship Id="rId17" Type="http://schemas.openxmlformats.org/officeDocument/2006/relationships/tableStyles" Target="tableStyles.xml"/><Relationship Id="rId2" Type="http://schemas.openxmlformats.org/officeDocument/2006/relationships/customXml" Target="../customXml/item2.xml"/><Relationship Id="rId16" Type="http://schemas.openxmlformats.org/officeDocument/2006/relationships/theme" Target="theme/theme1.xml"/><Relationship Id="rId20" Type="http://schemas.microsoft.com/office/2018/10/relationships/authors" Target="authors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slide" Target="slides/slide7.xml"/><Relationship Id="rId5" Type="http://schemas.openxmlformats.org/officeDocument/2006/relationships/slide" Target="slides/slide1.xml"/><Relationship Id="rId15" Type="http://schemas.openxmlformats.org/officeDocument/2006/relationships/viewProps" Target="viewProps.xml"/><Relationship Id="rId10" Type="http://schemas.openxmlformats.org/officeDocument/2006/relationships/slide" Target="slides/slide6.xml"/><Relationship Id="rId19" Type="http://schemas.microsoft.com/office/2015/10/relationships/revisionInfo" Target="revisionInfo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5.xml"/><Relationship Id="rId14" Type="http://schemas.openxmlformats.org/officeDocument/2006/relationships/presProps" Target="presProps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Alexander, Trevor" userId="5dcb1fe5-523b-4f45-809c-ee022a60eca1" providerId="ADAL" clId="{172D939C-9E74-4030-A11E-16C4C559BB23}"/>
    <pc:docChg chg="undo custSel delSld modSld">
      <pc:chgData name="Alexander, Trevor" userId="5dcb1fe5-523b-4f45-809c-ee022a60eca1" providerId="ADAL" clId="{172D939C-9E74-4030-A11E-16C4C559BB23}" dt="2026-02-27T16:56:56.290" v="899" actId="1076"/>
      <pc:docMkLst>
        <pc:docMk/>
      </pc:docMkLst>
      <pc:sldChg chg="addSp modSp mod">
        <pc:chgData name="Alexander, Trevor" userId="5dcb1fe5-523b-4f45-809c-ee022a60eca1" providerId="ADAL" clId="{172D939C-9E74-4030-A11E-16C4C559BB23}" dt="2026-02-27T16:15:24.498" v="21" actId="207"/>
        <pc:sldMkLst>
          <pc:docMk/>
          <pc:sldMk cId="431835888" sldId="340"/>
        </pc:sldMkLst>
        <pc:spChg chg="add mod">
          <ac:chgData name="Alexander, Trevor" userId="5dcb1fe5-523b-4f45-809c-ee022a60eca1" providerId="ADAL" clId="{172D939C-9E74-4030-A11E-16C4C559BB23}" dt="2026-02-27T16:15:24.498" v="21" actId="207"/>
          <ac:spMkLst>
            <pc:docMk/>
            <pc:sldMk cId="431835888" sldId="340"/>
            <ac:spMk id="3" creationId="{A58DCBEB-9D1D-7431-457C-9302C013C755}"/>
          </ac:spMkLst>
        </pc:spChg>
      </pc:sldChg>
      <pc:sldChg chg="modSp mod">
        <pc:chgData name="Alexander, Trevor" userId="5dcb1fe5-523b-4f45-809c-ee022a60eca1" providerId="ADAL" clId="{172D939C-9E74-4030-A11E-16C4C559BB23}" dt="2026-02-27T16:19:55.939" v="423" actId="20577"/>
        <pc:sldMkLst>
          <pc:docMk/>
          <pc:sldMk cId="909924710" sldId="341"/>
        </pc:sldMkLst>
        <pc:spChg chg="mod">
          <ac:chgData name="Alexander, Trevor" userId="5dcb1fe5-523b-4f45-809c-ee022a60eca1" providerId="ADAL" clId="{172D939C-9E74-4030-A11E-16C4C559BB23}" dt="2026-02-27T16:19:55.939" v="423" actId="20577"/>
          <ac:spMkLst>
            <pc:docMk/>
            <pc:sldMk cId="909924710" sldId="341"/>
            <ac:spMk id="2" creationId="{562B7740-ED88-9F6A-89FF-4B0DFAAC36EA}"/>
          </ac:spMkLst>
        </pc:spChg>
        <pc:spChg chg="mod">
          <ac:chgData name="Alexander, Trevor" userId="5dcb1fe5-523b-4f45-809c-ee022a60eca1" providerId="ADAL" clId="{172D939C-9E74-4030-A11E-16C4C559BB23}" dt="2026-02-27T16:19:52.605" v="422" actId="20577"/>
          <ac:spMkLst>
            <pc:docMk/>
            <pc:sldMk cId="909924710" sldId="341"/>
            <ac:spMk id="3" creationId="{39A25282-EE8D-71BA-6317-EECFE33238DC}"/>
          </ac:spMkLst>
        </pc:spChg>
      </pc:sldChg>
      <pc:sldChg chg="del">
        <pc:chgData name="Alexander, Trevor" userId="5dcb1fe5-523b-4f45-809c-ee022a60eca1" providerId="ADAL" clId="{172D939C-9E74-4030-A11E-16C4C559BB23}" dt="2026-02-27T16:20:22.828" v="424" actId="47"/>
        <pc:sldMkLst>
          <pc:docMk/>
          <pc:sldMk cId="1173936384" sldId="342"/>
        </pc:sldMkLst>
      </pc:sldChg>
      <pc:sldChg chg="addSp delSp modSp mod">
        <pc:chgData name="Alexander, Trevor" userId="5dcb1fe5-523b-4f45-809c-ee022a60eca1" providerId="ADAL" clId="{172D939C-9E74-4030-A11E-16C4C559BB23}" dt="2026-02-27T16:56:56.290" v="899" actId="1076"/>
        <pc:sldMkLst>
          <pc:docMk/>
          <pc:sldMk cId="959076531" sldId="343"/>
        </pc:sldMkLst>
        <pc:spChg chg="mod">
          <ac:chgData name="Alexander, Trevor" userId="5dcb1fe5-523b-4f45-809c-ee022a60eca1" providerId="ADAL" clId="{172D939C-9E74-4030-A11E-16C4C559BB23}" dt="2026-02-27T16:21:07.266" v="435" actId="14100"/>
          <ac:spMkLst>
            <pc:docMk/>
            <pc:sldMk cId="959076531" sldId="343"/>
            <ac:spMk id="2" creationId="{798ECDD0-17F6-3312-AE6D-F7EB95E46C02}"/>
          </ac:spMkLst>
        </pc:spChg>
        <pc:spChg chg="del mod">
          <ac:chgData name="Alexander, Trevor" userId="5dcb1fe5-523b-4f45-809c-ee022a60eca1" providerId="ADAL" clId="{172D939C-9E74-4030-A11E-16C4C559BB23}" dt="2026-02-27T16:21:00.065" v="433" actId="478"/>
          <ac:spMkLst>
            <pc:docMk/>
            <pc:sldMk cId="959076531" sldId="343"/>
            <ac:spMk id="3" creationId="{EB336AA5-9DDA-DA9A-5469-6885A5A84D1D}"/>
          </ac:spMkLst>
        </pc:spChg>
        <pc:picChg chg="add mod">
          <ac:chgData name="Alexander, Trevor" userId="5dcb1fe5-523b-4f45-809c-ee022a60eca1" providerId="ADAL" clId="{172D939C-9E74-4030-A11E-16C4C559BB23}" dt="2026-02-27T16:56:56.290" v="899" actId="1076"/>
          <ac:picMkLst>
            <pc:docMk/>
            <pc:sldMk cId="959076531" sldId="343"/>
            <ac:picMk id="4" creationId="{B6CDBBB8-411F-EFAE-8CD4-DF7FA7CBBB42}"/>
          </ac:picMkLst>
        </pc:picChg>
        <pc:picChg chg="add del mod">
          <ac:chgData name="Alexander, Trevor" userId="5dcb1fe5-523b-4f45-809c-ee022a60eca1" providerId="ADAL" clId="{172D939C-9E74-4030-A11E-16C4C559BB23}" dt="2026-02-27T16:23:49.490" v="447" actId="478"/>
          <ac:picMkLst>
            <pc:docMk/>
            <pc:sldMk cId="959076531" sldId="343"/>
            <ac:picMk id="5" creationId="{BEF48623-7AEF-5BC8-ABFB-0E4193B8AB9C}"/>
          </ac:picMkLst>
        </pc:picChg>
        <pc:picChg chg="add mod">
          <ac:chgData name="Alexander, Trevor" userId="5dcb1fe5-523b-4f45-809c-ee022a60eca1" providerId="ADAL" clId="{172D939C-9E74-4030-A11E-16C4C559BB23}" dt="2026-02-27T16:22:33.488" v="443" actId="14100"/>
          <ac:picMkLst>
            <pc:docMk/>
            <pc:sldMk cId="959076531" sldId="343"/>
            <ac:picMk id="7" creationId="{CE3249A0-0B0D-17B4-B4D0-0CF8650DCC5F}"/>
          </ac:picMkLst>
        </pc:picChg>
        <pc:picChg chg="add mod">
          <ac:chgData name="Alexander, Trevor" userId="5dcb1fe5-523b-4f45-809c-ee022a60eca1" providerId="ADAL" clId="{172D939C-9E74-4030-A11E-16C4C559BB23}" dt="2026-02-27T16:23:14.830" v="446" actId="1076"/>
          <ac:picMkLst>
            <pc:docMk/>
            <pc:sldMk cId="959076531" sldId="343"/>
            <ac:picMk id="9" creationId="{448D30F5-8BA0-E251-135C-679076C2EC74}"/>
          </ac:picMkLst>
        </pc:picChg>
        <pc:picChg chg="add del mod">
          <ac:chgData name="Alexander, Trevor" userId="5dcb1fe5-523b-4f45-809c-ee022a60eca1" providerId="ADAL" clId="{172D939C-9E74-4030-A11E-16C4C559BB23}" dt="2026-02-27T16:56:16.454" v="897" actId="478"/>
          <ac:picMkLst>
            <pc:docMk/>
            <pc:sldMk cId="959076531" sldId="343"/>
            <ac:picMk id="11" creationId="{4F93A30B-6BCF-DFA5-655C-0421145DCBBA}"/>
          </ac:picMkLst>
        </pc:picChg>
      </pc:sldChg>
      <pc:sldChg chg="del">
        <pc:chgData name="Alexander, Trevor" userId="5dcb1fe5-523b-4f45-809c-ee022a60eca1" providerId="ADAL" clId="{172D939C-9E74-4030-A11E-16C4C559BB23}" dt="2026-02-27T16:27:18.898" v="451" actId="47"/>
        <pc:sldMkLst>
          <pc:docMk/>
          <pc:sldMk cId="3937483142" sldId="344"/>
        </pc:sldMkLst>
      </pc:sldChg>
      <pc:sldChg chg="addSp delSp modSp mod">
        <pc:chgData name="Alexander, Trevor" userId="5dcb1fe5-523b-4f45-809c-ee022a60eca1" providerId="ADAL" clId="{172D939C-9E74-4030-A11E-16C4C559BB23}" dt="2026-02-27T16:30:04.755" v="503" actId="1076"/>
        <pc:sldMkLst>
          <pc:docMk/>
          <pc:sldMk cId="4104434737" sldId="346"/>
        </pc:sldMkLst>
        <pc:spChg chg="add mod">
          <ac:chgData name="Alexander, Trevor" userId="5dcb1fe5-523b-4f45-809c-ee022a60eca1" providerId="ADAL" clId="{172D939C-9E74-4030-A11E-16C4C559BB23}" dt="2026-02-27T16:27:49.940" v="474" actId="20577"/>
          <ac:spMkLst>
            <pc:docMk/>
            <pc:sldMk cId="4104434737" sldId="346"/>
            <ac:spMk id="3" creationId="{6BEA850F-83B8-8896-DADD-04683553E9D5}"/>
          </ac:spMkLst>
        </pc:spChg>
        <pc:spChg chg="del mod">
          <ac:chgData name="Alexander, Trevor" userId="5dcb1fe5-523b-4f45-809c-ee022a60eca1" providerId="ADAL" clId="{172D939C-9E74-4030-A11E-16C4C559BB23}" dt="2026-02-27T16:27:31.672" v="462" actId="478"/>
          <ac:spMkLst>
            <pc:docMk/>
            <pc:sldMk cId="4104434737" sldId="346"/>
            <ac:spMk id="6" creationId="{707FBB55-EF55-03D8-7D3C-29341A40D63E}"/>
          </ac:spMkLst>
        </pc:spChg>
        <pc:spChg chg="del mod">
          <ac:chgData name="Alexander, Trevor" userId="5dcb1fe5-523b-4f45-809c-ee022a60eca1" providerId="ADAL" clId="{172D939C-9E74-4030-A11E-16C4C559BB23}" dt="2026-02-27T16:27:36.511" v="464" actId="478"/>
          <ac:spMkLst>
            <pc:docMk/>
            <pc:sldMk cId="4104434737" sldId="346"/>
            <ac:spMk id="7" creationId="{AD6AD7D9-DEA3-79A4-785F-0EA945171020}"/>
          </ac:spMkLst>
        </pc:spChg>
        <pc:spChg chg="add del mod">
          <ac:chgData name="Alexander, Trevor" userId="5dcb1fe5-523b-4f45-809c-ee022a60eca1" providerId="ADAL" clId="{172D939C-9E74-4030-A11E-16C4C559BB23}" dt="2026-02-27T16:27:46.383" v="466" actId="478"/>
          <ac:spMkLst>
            <pc:docMk/>
            <pc:sldMk cId="4104434737" sldId="346"/>
            <ac:spMk id="8" creationId="{05901BDE-30F6-6FFD-5326-FAE8D7ADBA21}"/>
          </ac:spMkLst>
        </pc:spChg>
        <pc:spChg chg="add del mod">
          <ac:chgData name="Alexander, Trevor" userId="5dcb1fe5-523b-4f45-809c-ee022a60eca1" providerId="ADAL" clId="{172D939C-9E74-4030-A11E-16C4C559BB23}" dt="2026-02-27T16:27:55.443" v="476" actId="478"/>
          <ac:spMkLst>
            <pc:docMk/>
            <pc:sldMk cId="4104434737" sldId="346"/>
            <ac:spMk id="10" creationId="{821B68D2-7B18-1A8B-7140-8C24E4E87138}"/>
          </ac:spMkLst>
        </pc:spChg>
        <pc:graphicFrameChg chg="del">
          <ac:chgData name="Alexander, Trevor" userId="5dcb1fe5-523b-4f45-809c-ee022a60eca1" providerId="ADAL" clId="{172D939C-9E74-4030-A11E-16C4C559BB23}" dt="2026-02-27T16:27:52.998" v="475" actId="478"/>
          <ac:graphicFrameMkLst>
            <pc:docMk/>
            <pc:sldMk cId="4104434737" sldId="346"/>
            <ac:graphicFrameMk id="4" creationId="{0AA14396-9ECF-6200-84F1-4A2C71CE5B8B}"/>
          </ac:graphicFrameMkLst>
        </pc:graphicFrameChg>
        <pc:picChg chg="add mod">
          <ac:chgData name="Alexander, Trevor" userId="5dcb1fe5-523b-4f45-809c-ee022a60eca1" providerId="ADAL" clId="{172D939C-9E74-4030-A11E-16C4C559BB23}" dt="2026-02-27T16:29:57.843" v="501" actId="1076"/>
          <ac:picMkLst>
            <pc:docMk/>
            <pc:sldMk cId="4104434737" sldId="346"/>
            <ac:picMk id="12" creationId="{85D6C4E2-F3B4-AAC2-78C8-5C64C7B4055F}"/>
          </ac:picMkLst>
        </pc:picChg>
        <pc:picChg chg="add mod">
          <ac:chgData name="Alexander, Trevor" userId="5dcb1fe5-523b-4f45-809c-ee022a60eca1" providerId="ADAL" clId="{172D939C-9E74-4030-A11E-16C4C559BB23}" dt="2026-02-27T16:30:00.935" v="502" actId="1076"/>
          <ac:picMkLst>
            <pc:docMk/>
            <pc:sldMk cId="4104434737" sldId="346"/>
            <ac:picMk id="14" creationId="{D7BA88CE-7B91-A98A-9BA9-4430B9042780}"/>
          </ac:picMkLst>
        </pc:picChg>
        <pc:picChg chg="add mod">
          <ac:chgData name="Alexander, Trevor" userId="5dcb1fe5-523b-4f45-809c-ee022a60eca1" providerId="ADAL" clId="{172D939C-9E74-4030-A11E-16C4C559BB23}" dt="2026-02-27T16:30:04.755" v="503" actId="1076"/>
          <ac:picMkLst>
            <pc:docMk/>
            <pc:sldMk cId="4104434737" sldId="346"/>
            <ac:picMk id="16" creationId="{E9A0234B-B39B-508B-D2F3-209987D0F8EE}"/>
          </ac:picMkLst>
        </pc:picChg>
      </pc:sldChg>
      <pc:sldChg chg="del">
        <pc:chgData name="Alexander, Trevor" userId="5dcb1fe5-523b-4f45-809c-ee022a60eca1" providerId="ADAL" clId="{172D939C-9E74-4030-A11E-16C4C559BB23}" dt="2026-02-27T16:30:32.029" v="504" actId="47"/>
        <pc:sldMkLst>
          <pc:docMk/>
          <pc:sldMk cId="1014413726" sldId="347"/>
        </pc:sldMkLst>
      </pc:sldChg>
      <pc:sldChg chg="addSp modSp mod">
        <pc:chgData name="Alexander, Trevor" userId="5dcb1fe5-523b-4f45-809c-ee022a60eca1" providerId="ADAL" clId="{172D939C-9E74-4030-A11E-16C4C559BB23}" dt="2026-02-27T16:36:37.073" v="719" actId="313"/>
        <pc:sldMkLst>
          <pc:docMk/>
          <pc:sldMk cId="3117802180" sldId="348"/>
        </pc:sldMkLst>
        <pc:spChg chg="mod">
          <ac:chgData name="Alexander, Trevor" userId="5dcb1fe5-523b-4f45-809c-ee022a60eca1" providerId="ADAL" clId="{172D939C-9E74-4030-A11E-16C4C559BB23}" dt="2026-02-27T16:31:03.034" v="518" actId="20577"/>
          <ac:spMkLst>
            <pc:docMk/>
            <pc:sldMk cId="3117802180" sldId="348"/>
            <ac:spMk id="2" creationId="{4A663E25-7402-EAC9-107D-E3C80B9672C6}"/>
          </ac:spMkLst>
        </pc:spChg>
        <pc:spChg chg="mod">
          <ac:chgData name="Alexander, Trevor" userId="5dcb1fe5-523b-4f45-809c-ee022a60eca1" providerId="ADAL" clId="{172D939C-9E74-4030-A11E-16C4C559BB23}" dt="2026-02-27T16:35:10.039" v="643" actId="20577"/>
          <ac:spMkLst>
            <pc:docMk/>
            <pc:sldMk cId="3117802180" sldId="348"/>
            <ac:spMk id="3" creationId="{DBBD146A-879C-A0DC-7A0C-2E7729C4D125}"/>
          </ac:spMkLst>
        </pc:spChg>
        <pc:spChg chg="mod">
          <ac:chgData name="Alexander, Trevor" userId="5dcb1fe5-523b-4f45-809c-ee022a60eca1" providerId="ADAL" clId="{172D939C-9E74-4030-A11E-16C4C559BB23}" dt="2026-02-27T16:36:37.073" v="719" actId="313"/>
          <ac:spMkLst>
            <pc:docMk/>
            <pc:sldMk cId="3117802180" sldId="348"/>
            <ac:spMk id="6" creationId="{FCAFDB5C-106E-88F6-9353-25362AF2CB86}"/>
          </ac:spMkLst>
        </pc:spChg>
        <pc:picChg chg="add mod">
          <ac:chgData name="Alexander, Trevor" userId="5dcb1fe5-523b-4f45-809c-ee022a60eca1" providerId="ADAL" clId="{172D939C-9E74-4030-A11E-16C4C559BB23}" dt="2026-02-27T16:35:19.959" v="644" actId="1076"/>
          <ac:picMkLst>
            <pc:docMk/>
            <pc:sldMk cId="3117802180" sldId="348"/>
            <ac:picMk id="5" creationId="{0C152A99-4383-AF80-B220-3AFDC875A0A6}"/>
          </ac:picMkLst>
        </pc:picChg>
        <pc:picChg chg="add mod">
          <ac:chgData name="Alexander, Trevor" userId="5dcb1fe5-523b-4f45-809c-ee022a60eca1" providerId="ADAL" clId="{172D939C-9E74-4030-A11E-16C4C559BB23}" dt="2026-02-27T16:33:46.270" v="537" actId="1076"/>
          <ac:picMkLst>
            <pc:docMk/>
            <pc:sldMk cId="3117802180" sldId="348"/>
            <ac:picMk id="8" creationId="{B8A9FBDF-CAE7-4A50-374B-AC9774E8B12B}"/>
          </ac:picMkLst>
        </pc:picChg>
        <pc:picChg chg="add mod">
          <ac:chgData name="Alexander, Trevor" userId="5dcb1fe5-523b-4f45-809c-ee022a60eca1" providerId="ADAL" clId="{172D939C-9E74-4030-A11E-16C4C559BB23}" dt="2026-02-27T16:33:41.966" v="536" actId="1076"/>
          <ac:picMkLst>
            <pc:docMk/>
            <pc:sldMk cId="3117802180" sldId="348"/>
            <ac:picMk id="10" creationId="{C18D1349-2BD5-F36B-751A-22BE9BEF1D4A}"/>
          </ac:picMkLst>
        </pc:picChg>
      </pc:sldChg>
      <pc:sldChg chg="del">
        <pc:chgData name="Alexander, Trevor" userId="5dcb1fe5-523b-4f45-809c-ee022a60eca1" providerId="ADAL" clId="{172D939C-9E74-4030-A11E-16C4C559BB23}" dt="2026-02-27T16:37:12.304" v="720" actId="47"/>
        <pc:sldMkLst>
          <pc:docMk/>
          <pc:sldMk cId="1722147624" sldId="350"/>
        </pc:sldMkLst>
      </pc:sldChg>
      <pc:sldChg chg="del">
        <pc:chgData name="Alexander, Trevor" userId="5dcb1fe5-523b-4f45-809c-ee022a60eca1" providerId="ADAL" clId="{172D939C-9E74-4030-A11E-16C4C559BB23}" dt="2026-02-27T16:37:13.873" v="721" actId="47"/>
        <pc:sldMkLst>
          <pc:docMk/>
          <pc:sldMk cId="2610945053" sldId="351"/>
        </pc:sldMkLst>
      </pc:sldChg>
      <pc:sldChg chg="del">
        <pc:chgData name="Alexander, Trevor" userId="5dcb1fe5-523b-4f45-809c-ee022a60eca1" providerId="ADAL" clId="{172D939C-9E74-4030-A11E-16C4C559BB23}" dt="2026-02-27T16:37:15.065" v="722" actId="47"/>
        <pc:sldMkLst>
          <pc:docMk/>
          <pc:sldMk cId="3000970981" sldId="352"/>
        </pc:sldMkLst>
      </pc:sldChg>
      <pc:sldChg chg="del">
        <pc:chgData name="Alexander, Trevor" userId="5dcb1fe5-523b-4f45-809c-ee022a60eca1" providerId="ADAL" clId="{172D939C-9E74-4030-A11E-16C4C559BB23}" dt="2026-02-27T16:37:16.162" v="723" actId="47"/>
        <pc:sldMkLst>
          <pc:docMk/>
          <pc:sldMk cId="3802808557" sldId="353"/>
        </pc:sldMkLst>
      </pc:sldChg>
      <pc:sldChg chg="addSp delSp modSp mod">
        <pc:chgData name="Alexander, Trevor" userId="5dcb1fe5-523b-4f45-809c-ee022a60eca1" providerId="ADAL" clId="{172D939C-9E74-4030-A11E-16C4C559BB23}" dt="2026-02-27T16:39:40.305" v="895" actId="20577"/>
        <pc:sldMkLst>
          <pc:docMk/>
          <pc:sldMk cId="3119354052" sldId="354"/>
        </pc:sldMkLst>
        <pc:spChg chg="mod">
          <ac:chgData name="Alexander, Trevor" userId="5dcb1fe5-523b-4f45-809c-ee022a60eca1" providerId="ADAL" clId="{172D939C-9E74-4030-A11E-16C4C559BB23}" dt="2026-02-27T16:37:21.173" v="736" actId="20577"/>
          <ac:spMkLst>
            <pc:docMk/>
            <pc:sldMk cId="3119354052" sldId="354"/>
            <ac:spMk id="2" creationId="{690E1BB1-C5B6-C34A-6087-4868288761AF}"/>
          </ac:spMkLst>
        </pc:spChg>
        <pc:spChg chg="mod">
          <ac:chgData name="Alexander, Trevor" userId="5dcb1fe5-523b-4f45-809c-ee022a60eca1" providerId="ADAL" clId="{172D939C-9E74-4030-A11E-16C4C559BB23}" dt="2026-02-27T16:39:40.305" v="895" actId="20577"/>
          <ac:spMkLst>
            <pc:docMk/>
            <pc:sldMk cId="3119354052" sldId="354"/>
            <ac:spMk id="3" creationId="{0A77EDD1-5A8E-0F37-E892-65A530E36B20}"/>
          </ac:spMkLst>
        </pc:spChg>
        <pc:spChg chg="del">
          <ac:chgData name="Alexander, Trevor" userId="5dcb1fe5-523b-4f45-809c-ee022a60eca1" providerId="ADAL" clId="{172D939C-9E74-4030-A11E-16C4C559BB23}" dt="2026-02-27T16:37:33.925" v="738" actId="478"/>
          <ac:spMkLst>
            <pc:docMk/>
            <pc:sldMk cId="3119354052" sldId="354"/>
            <ac:spMk id="4" creationId="{D548ADA2-B38F-A25B-C324-05E10CE9CD9F}"/>
          </ac:spMkLst>
        </pc:spChg>
        <pc:spChg chg="add del mod">
          <ac:chgData name="Alexander, Trevor" userId="5dcb1fe5-523b-4f45-809c-ee022a60eca1" providerId="ADAL" clId="{172D939C-9E74-4030-A11E-16C4C559BB23}" dt="2026-02-27T16:37:36.124" v="739" actId="478"/>
          <ac:spMkLst>
            <pc:docMk/>
            <pc:sldMk cId="3119354052" sldId="354"/>
            <ac:spMk id="6" creationId="{336035EF-CBC9-F35A-CDDE-14A13DC21697}"/>
          </ac:spMkLst>
        </pc:spChg>
      </pc:sldChg>
      <pc:sldChg chg="modSp mod">
        <pc:chgData name="Alexander, Trevor" userId="5dcb1fe5-523b-4f45-809c-ee022a60eca1" providerId="ADAL" clId="{172D939C-9E74-4030-A11E-16C4C559BB23}" dt="2026-02-27T16:39:46.957" v="896" actId="20577"/>
        <pc:sldMkLst>
          <pc:docMk/>
          <pc:sldMk cId="3663657925" sldId="355"/>
        </pc:sldMkLst>
        <pc:spChg chg="mod">
          <ac:chgData name="Alexander, Trevor" userId="5dcb1fe5-523b-4f45-809c-ee022a60eca1" providerId="ADAL" clId="{172D939C-9E74-4030-A11E-16C4C559BB23}" dt="2026-02-27T16:39:46.957" v="896" actId="20577"/>
          <ac:spMkLst>
            <pc:docMk/>
            <pc:sldMk cId="3663657925" sldId="355"/>
            <ac:spMk id="3" creationId="{411A2349-EF0B-F33D-13F9-826241461648}"/>
          </ac:spMkLst>
        </pc:spChg>
      </pc:sldChg>
    </pc:docChg>
  </pc:docChgLst>
</pc:chgInfo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>
            <a:extLst>
              <a:ext uri="{FF2B5EF4-FFF2-40B4-BE49-F238E27FC236}">
                <a16:creationId xmlns:a16="http://schemas.microsoft.com/office/drawing/2014/main" id="{E482B951-AFFF-3499-FDE3-02A7F0BD15F6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 dirty="0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22E5896A-FCE2-110F-B202-A8E435372D6D}"/>
              </a:ext>
            </a:extLst>
          </p:cNvPr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E4E69F83-204D-4778-AAD0-A0F851A3AEEE}" type="datetimeFigureOut">
              <a:rPr lang="en-US" smtClean="0"/>
              <a:t>2/27/2026</a:t>
            </a:fld>
            <a:endParaRPr lang="en-US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911BFBA0-47AD-543A-6AE4-769D8F86580D}"/>
              </a:ext>
            </a:extLst>
          </p:cNvPr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818FC355-FEF6-ED8F-8D0E-F362E204A0F8}"/>
              </a:ext>
            </a:extLst>
          </p:cNvPr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1A669D59-B021-49CB-887D-52B8FEE1CE18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817069016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85AE3C21-C3CB-4B8D-9033-56C1B3CE75FA}" type="datetimeFigureOut">
              <a:rPr lang="en-US" smtClean="0"/>
              <a:t>2/27/2026</a:t>
            </a:fld>
            <a:endParaRPr lang="en-US" dirty="0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 dirty="0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17732C3C-A191-48C2-A7E8-9C96AF841A7A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856394223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7732C3C-A191-48C2-A7E8-9C96AF841A7A}" type="slidenum">
              <a:rPr lang="en-US" smtClean="0"/>
              <a:t>1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086048370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7732C3C-A191-48C2-A7E8-9C96AF841A7A}" type="slidenum">
              <a:rPr lang="en-US" smtClean="0"/>
              <a:t>2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016480218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7732C3C-A191-48C2-A7E8-9C96AF841A7A}" type="slidenum">
              <a:rPr lang="en-US" smtClean="0"/>
              <a:t>3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649793954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7732C3C-A191-48C2-A7E8-9C96AF841A7A}" type="slidenum">
              <a:rPr lang="en-US" smtClean="0"/>
              <a:t>4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238281505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7732C3C-A191-48C2-A7E8-9C96AF841A7A}" type="slidenum">
              <a:rPr lang="en-US" smtClean="0"/>
              <a:t>5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52723135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7732C3C-A191-48C2-A7E8-9C96AF841A7A}" type="slidenum">
              <a:rPr lang="en-US" smtClean="0"/>
              <a:t>6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744771536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7732C3C-A191-48C2-A7E8-9C96AF841A7A}" type="slidenum">
              <a:rPr lang="en-US" smtClean="0"/>
              <a:t>7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823118588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svg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svg"/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jpe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jpeg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svg"/><Relationship Id="rId2" Type="http://schemas.openxmlformats.org/officeDocument/2006/relationships/image" Target="../media/image8.png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svg"/><Relationship Id="rId2" Type="http://schemas.openxmlformats.org/officeDocument/2006/relationships/image" Target="../media/image8.png"/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jpeg"/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jpeg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jpeg"/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jpeg"/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svg"/><Relationship Id="rId2" Type="http://schemas.openxmlformats.org/officeDocument/2006/relationships/image" Target="../media/image13.png"/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jpeg"/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jpeg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">
    <p:bg>
      <p:bgPr>
        <a:solidFill>
          <a:schemeClr val="accent1">
            <a:lumMod val="50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5" name="Graphic 14">
            <a:extLst>
              <a:ext uri="{FF2B5EF4-FFF2-40B4-BE49-F238E27FC236}">
                <a16:creationId xmlns:a16="http://schemas.microsoft.com/office/drawing/2014/main" id="{BECDFC6B-0742-962E-44A1-19C9C173BB2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450848" y="425303"/>
            <a:ext cx="11305217" cy="6007394"/>
          </a:xfrm>
          <a:prstGeom prst="rect">
            <a:avLst/>
          </a:prstGeom>
          <a:effectLst/>
        </p:spPr>
      </p:pic>
      <p:sp>
        <p:nvSpPr>
          <p:cNvPr id="9" name="Title 8">
            <a:extLst>
              <a:ext uri="{FF2B5EF4-FFF2-40B4-BE49-F238E27FC236}">
                <a16:creationId xmlns:a16="http://schemas.microsoft.com/office/drawing/2014/main" id="{5997EA3E-49E5-518D-63DB-0BD43D3ACFCD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810001" y="633046"/>
            <a:ext cx="10571998" cy="3366198"/>
          </a:xfrm>
          <a:ln>
            <a:noFill/>
          </a:ln>
          <a:effectLst/>
        </p:spPr>
        <p:txBody>
          <a:bodyPr/>
          <a:lstStyle>
            <a:lvl1pPr algn="ctr">
              <a:defRPr sz="7200" b="1" spc="-300" baseline="0">
                <a:ln>
                  <a:noFill/>
                </a:ln>
                <a:solidFill>
                  <a:schemeClr val="accent4">
                    <a:lumMod val="60000"/>
                    <a:lumOff val="40000"/>
                  </a:schemeClr>
                </a:solidFill>
                <a:effectLst/>
              </a:defRPr>
            </a:lvl1pPr>
          </a:lstStyle>
          <a:p>
            <a:r>
              <a:rPr lang="en-US" dirty="0"/>
              <a:t>Click to add title</a:t>
            </a:r>
          </a:p>
        </p:txBody>
      </p:sp>
    </p:spTree>
    <p:extLst>
      <p:ext uri="{BB962C8B-B14F-4D97-AF65-F5344CB8AC3E}">
        <p14:creationId xmlns:p14="http://schemas.microsoft.com/office/powerpoint/2010/main" val="323698525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Agenda">
    <p:bg>
      <p:bgPr>
        <a:solidFill>
          <a:schemeClr val="accent4">
            <a:lumMod val="40000"/>
            <a:lumOff val="60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Rectangle 12">
            <a:extLst>
              <a:ext uri="{FF2B5EF4-FFF2-40B4-BE49-F238E27FC236}">
                <a16:creationId xmlns:a16="http://schemas.microsoft.com/office/drawing/2014/main" id="{2ADBC817-DA57-A518-5544-0D3B819C706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435935" y="414670"/>
            <a:ext cx="11320130" cy="6018027"/>
          </a:xfrm>
          <a:prstGeom prst="rect">
            <a:avLst/>
          </a:prstGeom>
          <a:solidFill>
            <a:schemeClr val="accent1">
              <a:lumMod val="50000"/>
            </a:schemeClr>
          </a:solidFill>
          <a:ln>
            <a:noFill/>
          </a:ln>
          <a:effectLst>
            <a:outerShdw blurRad="254000" dist="50800" dir="2700000" algn="tl" rotWithShape="0">
              <a:prstClr val="black">
                <a:alpha val="25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entury Gothic" panose="020B0502020202020204"/>
              <a:ea typeface="+mn-ea"/>
              <a:cs typeface="+mn-cs"/>
            </a:endParaRPr>
          </a:p>
        </p:txBody>
      </p:sp>
      <p:pic>
        <p:nvPicPr>
          <p:cNvPr id="10" name="Graphic 9">
            <a:extLst>
              <a:ext uri="{FF2B5EF4-FFF2-40B4-BE49-F238E27FC236}">
                <a16:creationId xmlns:a16="http://schemas.microsoft.com/office/drawing/2014/main" id="{4873FFF3-C7B6-C678-1B03-17FBD0D5ACE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446174" y="425303"/>
            <a:ext cx="5379242" cy="5983435"/>
          </a:xfrm>
          <a:prstGeom prst="rect">
            <a:avLst/>
          </a:prstGeom>
        </p:spPr>
      </p:pic>
      <p:sp>
        <p:nvSpPr>
          <p:cNvPr id="9" name="Title 8">
            <a:extLst>
              <a:ext uri="{FF2B5EF4-FFF2-40B4-BE49-F238E27FC236}">
                <a16:creationId xmlns:a16="http://schemas.microsoft.com/office/drawing/2014/main" id="{5997EA3E-49E5-518D-63DB-0BD43D3ACFCD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944217" y="924167"/>
            <a:ext cx="4383156" cy="5009322"/>
          </a:xfrm>
          <a:solidFill>
            <a:schemeClr val="accent1">
              <a:lumMod val="50000"/>
            </a:schemeClr>
          </a:solidFill>
          <a:effectLst>
            <a:outerShdw blurRad="254000" dist="50800" dir="2700000" algn="ctr" rotWithShape="0">
              <a:prstClr val="black">
                <a:alpha val="25000"/>
              </a:prstClr>
            </a:outerShdw>
          </a:effectLst>
        </p:spPr>
        <p:txBody>
          <a:bodyPr anchor="ctr"/>
          <a:lstStyle>
            <a:lvl1pPr algn="ctr">
              <a:defRPr sz="3600" spc="0" baseline="0">
                <a:solidFill>
                  <a:schemeClr val="tx1"/>
                </a:solidFill>
                <a:effectLst/>
              </a:defRPr>
            </a:lvl1pPr>
          </a:lstStyle>
          <a:p>
            <a:r>
              <a:rPr lang="en-US" dirty="0"/>
              <a:t>Click to add title</a:t>
            </a:r>
          </a:p>
        </p:txBody>
      </p:sp>
      <p:sp>
        <p:nvSpPr>
          <p:cNvPr id="7" name="Text Placeholder 6">
            <a:extLst>
              <a:ext uri="{FF2B5EF4-FFF2-40B4-BE49-F238E27FC236}">
                <a16:creationId xmlns:a16="http://schemas.microsoft.com/office/drawing/2014/main" id="{5D0FE23B-34E3-BAAF-E01D-BE221B4A94EF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6400800" y="924512"/>
            <a:ext cx="4750904" cy="5008977"/>
          </a:xfrm>
        </p:spPr>
        <p:txBody>
          <a:bodyPr/>
          <a:lstStyle>
            <a:lvl1pPr marL="0" indent="0">
              <a:buNone/>
              <a:defRPr/>
            </a:lvl1pPr>
            <a:lvl2pPr marL="742950" indent="-285750">
              <a:buFont typeface="Arial" panose="020B0604020202020204" pitchFamily="34" charset="0"/>
              <a:buChar char="•"/>
              <a:defRPr/>
            </a:lvl2pPr>
            <a:lvl3pPr marL="1200150" indent="-285750">
              <a:buFont typeface="Arial" panose="020B0604020202020204" pitchFamily="34" charset="0"/>
              <a:buChar char="•"/>
              <a:defRPr/>
            </a:lvl3pPr>
            <a:lvl4pPr marL="1543050" indent="-171450">
              <a:buFont typeface="Arial" panose="020B0604020202020204" pitchFamily="34" charset="0"/>
              <a:buChar char="•"/>
              <a:defRPr/>
            </a:lvl4pPr>
            <a:lvl5pPr marL="2000250" indent="-171450">
              <a:buFont typeface="Arial" panose="020B0604020202020204" pitchFamily="34" charset="0"/>
              <a:buChar char="•"/>
              <a:defRPr/>
            </a:lvl5pPr>
          </a:lstStyle>
          <a:p>
            <a:pPr lvl="0"/>
            <a:r>
              <a:rPr lang="en-US" dirty="0"/>
              <a:t>Click to add content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2677983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ection Title">
    <p:bg>
      <p:bgPr>
        <a:solidFill>
          <a:schemeClr val="accent4">
            <a:lumMod val="40000"/>
            <a:lumOff val="60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>
            <a:extLst>
              <a:ext uri="{FF2B5EF4-FFF2-40B4-BE49-F238E27FC236}">
                <a16:creationId xmlns:a16="http://schemas.microsoft.com/office/drawing/2014/main" id="{1105E210-05B5-5EA1-C778-30BB3A4942D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435935" y="419987"/>
            <a:ext cx="11320130" cy="6018027"/>
          </a:xfrm>
          <a:prstGeom prst="rect">
            <a:avLst/>
          </a:prstGeom>
          <a:solidFill>
            <a:schemeClr val="accent1">
              <a:lumMod val="50000"/>
            </a:schemeClr>
          </a:solidFill>
          <a:ln>
            <a:noFill/>
          </a:ln>
          <a:effectLst>
            <a:outerShdw blurRad="254000" dist="50800" dir="2700000" algn="tl" rotWithShape="0">
              <a:prstClr val="black">
                <a:alpha val="25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entury Gothic" panose="020B0502020202020204"/>
              <a:ea typeface="+mn-ea"/>
              <a:cs typeface="+mn-cs"/>
            </a:endParaRPr>
          </a:p>
        </p:txBody>
      </p:sp>
      <p:pic>
        <p:nvPicPr>
          <p:cNvPr id="2" name="Picture 1">
            <a:extLst>
              <a:ext uri="{FF2B5EF4-FFF2-40B4-BE49-F238E27FC236}">
                <a16:creationId xmlns:a16="http://schemas.microsoft.com/office/drawing/2014/main" id="{28792193-1165-3487-6FB9-133CB518CE3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 cstate="screen">
            <a:duotone>
              <a:prstClr val="black"/>
              <a:schemeClr val="accent1">
                <a:tint val="45000"/>
                <a:satMod val="400000"/>
              </a:schemeClr>
            </a:duotone>
            <a:alphaModFix amt="50000"/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 rot="5400000">
            <a:off x="3090924" y="-2235006"/>
            <a:ext cx="6010147" cy="11320132"/>
          </a:xfrm>
          <a:prstGeom prst="rect">
            <a:avLst/>
          </a:prstGeom>
        </p:spPr>
      </p:pic>
      <p:sp>
        <p:nvSpPr>
          <p:cNvPr id="9" name="Title 8">
            <a:extLst>
              <a:ext uri="{FF2B5EF4-FFF2-40B4-BE49-F238E27FC236}">
                <a16:creationId xmlns:a16="http://schemas.microsoft.com/office/drawing/2014/main" id="{5997EA3E-49E5-518D-63DB-0BD43D3ACFCD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810001" y="1741064"/>
            <a:ext cx="10571998" cy="1928264"/>
          </a:xfrm>
          <a:ln>
            <a:noFill/>
          </a:ln>
          <a:effectLst/>
        </p:spPr>
        <p:txBody>
          <a:bodyPr/>
          <a:lstStyle>
            <a:lvl1pPr algn="ctr">
              <a:defRPr sz="3600" spc="0" baseline="0">
                <a:ln>
                  <a:noFill/>
                </a:ln>
                <a:solidFill>
                  <a:schemeClr val="accent4">
                    <a:lumMod val="60000"/>
                    <a:lumOff val="40000"/>
                  </a:schemeClr>
                </a:solidFill>
                <a:effectLst/>
              </a:defRPr>
            </a:lvl1pPr>
          </a:lstStyle>
          <a:p>
            <a:r>
              <a:rPr lang="en-US" dirty="0"/>
              <a:t>Click to add title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 hasCustomPrompt="1"/>
          </p:nvPr>
        </p:nvSpPr>
        <p:spPr>
          <a:xfrm>
            <a:off x="810000" y="3694102"/>
            <a:ext cx="10572000" cy="896468"/>
          </a:xfrm>
          <a:effectLst/>
        </p:spPr>
        <p:txBody>
          <a:bodyPr anchor="ctr">
            <a:normAutofit/>
          </a:bodyPr>
          <a:lstStyle>
            <a:lvl1pPr marL="0" indent="0" algn="ctr">
              <a:buNone/>
              <a:defRPr sz="1800" b="1">
                <a:solidFill>
                  <a:schemeClr val="tx1"/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dirty="0"/>
              <a:t>Click to add subtitle</a:t>
            </a:r>
          </a:p>
        </p:txBody>
      </p:sp>
    </p:spTree>
    <p:extLst>
      <p:ext uri="{BB962C8B-B14F-4D97-AF65-F5344CB8AC3E}">
        <p14:creationId xmlns:p14="http://schemas.microsoft.com/office/powerpoint/2010/main" val="3480000349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ummary 1">
    <p:bg>
      <p:bgPr>
        <a:solidFill>
          <a:schemeClr val="accent1">
            <a:lumMod val="50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>
            <a:extLst>
              <a:ext uri="{FF2B5EF4-FFF2-40B4-BE49-F238E27FC236}">
                <a16:creationId xmlns:a16="http://schemas.microsoft.com/office/drawing/2014/main" id="{28905615-9FD2-EBB3-89AB-555B373EBBE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4623955" y="414670"/>
            <a:ext cx="7132110" cy="6018027"/>
          </a:xfrm>
          <a:prstGeom prst="rect">
            <a:avLst/>
          </a:prstGeom>
          <a:solidFill>
            <a:schemeClr val="accent4">
              <a:lumMod val="40000"/>
              <a:lumOff val="60000"/>
            </a:schemeClr>
          </a:solidFill>
          <a:ln>
            <a:noFill/>
          </a:ln>
          <a:effectLst>
            <a:outerShdw blurRad="254000" dist="50800" dir="2700000" algn="tl" rotWithShape="0">
              <a:prstClr val="black">
                <a:alpha val="25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entury Gothic" panose="020B0502020202020204"/>
              <a:ea typeface="+mn-ea"/>
              <a:cs typeface="+mn-cs"/>
            </a:endParaRPr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E2B638DB-3E00-7F4B-D4B7-9D7F0905639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440459" y="420624"/>
            <a:ext cx="4183496" cy="6016752"/>
          </a:xfrm>
          <a:prstGeom prst="rect">
            <a:avLst/>
          </a:prstGeom>
          <a:solidFill>
            <a:schemeClr val="accent1">
              <a:lumMod val="50000"/>
            </a:schemeClr>
          </a:solidFill>
          <a:ln>
            <a:noFill/>
          </a:ln>
          <a:effectLst>
            <a:outerShdw blurRad="254000" dist="50800" dir="2700000" algn="tl" rotWithShape="0">
              <a:prstClr val="black">
                <a:alpha val="25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310EED07-CDD5-9244-28FA-5195E67951C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 cstate="screen">
            <a:duotone>
              <a:prstClr val="black"/>
              <a:schemeClr val="accent1">
                <a:tint val="45000"/>
                <a:satMod val="400000"/>
              </a:schemeClr>
            </a:duotone>
            <a:alphaModFix amt="50000"/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 rot="10800000">
            <a:off x="435934" y="422551"/>
            <a:ext cx="4183495" cy="6010146"/>
          </a:xfrm>
          <a:prstGeom prst="rect">
            <a:avLst/>
          </a:prstGeom>
        </p:spPr>
      </p:pic>
      <p:sp>
        <p:nvSpPr>
          <p:cNvPr id="9" name="Title 8">
            <a:extLst>
              <a:ext uri="{FF2B5EF4-FFF2-40B4-BE49-F238E27FC236}">
                <a16:creationId xmlns:a16="http://schemas.microsoft.com/office/drawing/2014/main" id="{5997EA3E-49E5-518D-63DB-0BD43D3ACFCD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550717" y="924339"/>
            <a:ext cx="3990110" cy="5009322"/>
          </a:xfrm>
          <a:noFill/>
          <a:effectLst/>
        </p:spPr>
        <p:txBody>
          <a:bodyPr anchor="ctr"/>
          <a:lstStyle>
            <a:lvl1pPr algn="ctr">
              <a:defRPr sz="3600" spc="0" baseline="0">
                <a:solidFill>
                  <a:schemeClr val="tx1"/>
                </a:solidFill>
                <a:effectLst/>
              </a:defRPr>
            </a:lvl1pPr>
          </a:lstStyle>
          <a:p>
            <a:r>
              <a:rPr lang="en-US" dirty="0"/>
              <a:t>Click to add title</a:t>
            </a:r>
          </a:p>
        </p:txBody>
      </p:sp>
      <p:sp>
        <p:nvSpPr>
          <p:cNvPr id="3" name="Content Placeholder 9">
            <a:extLst>
              <a:ext uri="{FF2B5EF4-FFF2-40B4-BE49-F238E27FC236}">
                <a16:creationId xmlns:a16="http://schemas.microsoft.com/office/drawing/2014/main" id="{B5AB4E8D-8B32-8B00-8152-856C592BAB39}"/>
              </a:ext>
            </a:extLst>
          </p:cNvPr>
          <p:cNvSpPr>
            <a:spLocks noGrp="1"/>
          </p:cNvSpPr>
          <p:nvPr>
            <p:ph sz="quarter" idx="10" hasCustomPrompt="1"/>
          </p:nvPr>
        </p:nvSpPr>
        <p:spPr>
          <a:xfrm>
            <a:off x="5346793" y="924340"/>
            <a:ext cx="5684373" cy="5009322"/>
          </a:xfrm>
          <a:effectLst/>
        </p:spPr>
        <p:txBody>
          <a:bodyPr lIns="0" rIns="0" anchor="ctr"/>
          <a:lstStyle>
            <a:lvl1pPr marL="0" indent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accent1">
                  <a:lumMod val="50000"/>
                </a:schemeClr>
              </a:buClr>
              <a:buFont typeface="Arial" panose="020B0604020202020204" pitchFamily="34" charset="0"/>
              <a:buNone/>
              <a:defRPr>
                <a:ln>
                  <a:noFill/>
                </a:ln>
                <a:solidFill>
                  <a:schemeClr val="accent1">
                    <a:lumMod val="50000"/>
                  </a:schemeClr>
                </a:solidFill>
                <a:effectLst/>
              </a:defRPr>
            </a:lvl1pPr>
            <a:lvl2pPr marL="457200" indent="0">
              <a:lnSpc>
                <a:spcPct val="150000"/>
              </a:lnSpc>
              <a:spcAft>
                <a:spcPts val="0"/>
              </a:spcAft>
              <a:buClr>
                <a:schemeClr val="accent1">
                  <a:lumMod val="50000"/>
                </a:schemeClr>
              </a:buClr>
              <a:buFont typeface="Arial" panose="020B0604020202020204" pitchFamily="34" charset="0"/>
              <a:buNone/>
              <a:defRPr>
                <a:ln>
                  <a:noFill/>
                </a:ln>
                <a:solidFill>
                  <a:schemeClr val="accent1">
                    <a:lumMod val="50000"/>
                  </a:schemeClr>
                </a:solidFill>
                <a:effectLst/>
              </a:defRPr>
            </a:lvl2pPr>
            <a:lvl3pPr marL="914400" indent="0">
              <a:lnSpc>
                <a:spcPct val="150000"/>
              </a:lnSpc>
              <a:spcAft>
                <a:spcPts val="0"/>
              </a:spcAft>
              <a:buClr>
                <a:schemeClr val="accent1">
                  <a:lumMod val="50000"/>
                </a:schemeClr>
              </a:buClr>
              <a:buFont typeface="Arial" panose="020B0604020202020204" pitchFamily="34" charset="0"/>
              <a:buNone/>
              <a:defRPr>
                <a:ln>
                  <a:noFill/>
                </a:ln>
                <a:solidFill>
                  <a:schemeClr val="accent1">
                    <a:lumMod val="50000"/>
                  </a:schemeClr>
                </a:solidFill>
                <a:effectLst/>
              </a:defRPr>
            </a:lvl3pPr>
            <a:lvl4pPr marL="1371600" indent="0">
              <a:lnSpc>
                <a:spcPct val="150000"/>
              </a:lnSpc>
              <a:spcAft>
                <a:spcPts val="0"/>
              </a:spcAft>
              <a:buClr>
                <a:schemeClr val="accent1">
                  <a:lumMod val="50000"/>
                </a:schemeClr>
              </a:buClr>
              <a:buFont typeface="Arial" panose="020B0604020202020204" pitchFamily="34" charset="0"/>
              <a:buNone/>
              <a:defRPr>
                <a:ln>
                  <a:noFill/>
                </a:ln>
                <a:solidFill>
                  <a:schemeClr val="accent1">
                    <a:lumMod val="50000"/>
                  </a:schemeClr>
                </a:solidFill>
                <a:effectLst/>
              </a:defRPr>
            </a:lvl4pPr>
            <a:lvl5pPr marL="1828800" indent="0">
              <a:lnSpc>
                <a:spcPct val="150000"/>
              </a:lnSpc>
              <a:spcAft>
                <a:spcPts val="0"/>
              </a:spcAft>
              <a:buClr>
                <a:schemeClr val="accent1">
                  <a:lumMod val="50000"/>
                </a:schemeClr>
              </a:buClr>
              <a:buFont typeface="Arial" panose="020B0604020202020204" pitchFamily="34" charset="0"/>
              <a:buNone/>
              <a:defRPr>
                <a:ln>
                  <a:noFill/>
                </a:ln>
                <a:solidFill>
                  <a:schemeClr val="accent1">
                    <a:lumMod val="50000"/>
                  </a:schemeClr>
                </a:solidFill>
                <a:effectLst/>
              </a:defRPr>
            </a:lvl5pPr>
          </a:lstStyle>
          <a:p>
            <a:pPr lvl="0"/>
            <a:r>
              <a:rPr lang="en-US" dirty="0"/>
              <a:t>Click to add content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213769250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Introduction 3">
    <p:bg>
      <p:bgPr>
        <a:solidFill>
          <a:schemeClr val="accent1">
            <a:lumMod val="50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>
            <a:extLst>
              <a:ext uri="{FF2B5EF4-FFF2-40B4-BE49-F238E27FC236}">
                <a16:creationId xmlns:a16="http://schemas.microsoft.com/office/drawing/2014/main" id="{5F4A700F-42CA-D7A9-D709-C0017521B29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435935" y="414670"/>
            <a:ext cx="11320130" cy="6018027"/>
          </a:xfrm>
          <a:prstGeom prst="rect">
            <a:avLst/>
          </a:prstGeom>
          <a:solidFill>
            <a:srgbClr val="F9E0B9"/>
          </a:solidFill>
          <a:ln>
            <a:noFill/>
          </a:ln>
          <a:effectLst>
            <a:outerShdw blurRad="254000" dist="50800" dir="2700000" algn="tl" rotWithShape="0">
              <a:prstClr val="black">
                <a:alpha val="25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entury Gothic" panose="020B0502020202020204"/>
              <a:ea typeface="+mn-ea"/>
              <a:cs typeface="+mn-cs"/>
            </a:endParaRPr>
          </a:p>
        </p:txBody>
      </p:sp>
      <p:pic>
        <p:nvPicPr>
          <p:cNvPr id="8" name="Graphic 7">
            <a:extLst>
              <a:ext uri="{FF2B5EF4-FFF2-40B4-BE49-F238E27FC236}">
                <a16:creationId xmlns:a16="http://schemas.microsoft.com/office/drawing/2014/main" id="{961DA139-D8FD-A752-758D-4F836DFB252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 cstate="screen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rcRect l="-1353" t="-388" r="-1" b="-254"/>
          <a:stretch/>
        </p:blipFill>
        <p:spPr>
          <a:xfrm rot="16200000" flipH="1">
            <a:off x="210940" y="1589892"/>
            <a:ext cx="5245922" cy="3667583"/>
          </a:xfrm>
          <a:prstGeom prst="rect">
            <a:avLst/>
          </a:prstGeom>
        </p:spPr>
      </p:pic>
      <p:sp>
        <p:nvSpPr>
          <p:cNvPr id="9" name="Title 8">
            <a:extLst>
              <a:ext uri="{FF2B5EF4-FFF2-40B4-BE49-F238E27FC236}">
                <a16:creationId xmlns:a16="http://schemas.microsoft.com/office/drawing/2014/main" id="{5997EA3E-49E5-518D-63DB-0BD43D3ACFCD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5485516" y="1433219"/>
            <a:ext cx="5695102" cy="2092049"/>
          </a:xfrm>
          <a:noFill/>
          <a:effectLst/>
        </p:spPr>
        <p:txBody>
          <a:bodyPr anchor="b"/>
          <a:lstStyle>
            <a:lvl1pPr algn="ctr">
              <a:defRPr sz="3600" spc="0" baseline="0">
                <a:solidFill>
                  <a:schemeClr val="accent1">
                    <a:lumMod val="50000"/>
                  </a:schemeClr>
                </a:solidFill>
                <a:effectLst/>
              </a:defRPr>
            </a:lvl1pPr>
          </a:lstStyle>
          <a:p>
            <a:r>
              <a:rPr lang="en-US" dirty="0"/>
              <a:t>Click to add title</a:t>
            </a:r>
          </a:p>
        </p:txBody>
      </p:sp>
      <p:sp>
        <p:nvSpPr>
          <p:cNvPr id="7" name="Picture Placeholder 6">
            <a:extLst>
              <a:ext uri="{FF2B5EF4-FFF2-40B4-BE49-F238E27FC236}">
                <a16:creationId xmlns:a16="http://schemas.microsoft.com/office/drawing/2014/main" id="{C96F37D4-7152-EA75-8D7D-D8F7D6DD9C4C}"/>
              </a:ext>
            </a:extLst>
          </p:cNvPr>
          <p:cNvSpPr>
            <a:spLocks noGrp="1"/>
          </p:cNvSpPr>
          <p:nvPr>
            <p:ph type="pic" sz="quarter" idx="11"/>
          </p:nvPr>
        </p:nvSpPr>
        <p:spPr>
          <a:xfrm>
            <a:off x="1350099" y="1974707"/>
            <a:ext cx="2907792" cy="2907792"/>
          </a:xfrm>
          <a:solidFill>
            <a:srgbClr val="F9E0B9"/>
          </a:solidFill>
          <a:effectLst/>
        </p:spPr>
        <p:txBody>
          <a:bodyPr anchor="t"/>
          <a:lstStyle>
            <a:lvl1pPr marL="0" indent="0" algn="ctr">
              <a:buNone/>
              <a:defRPr>
                <a:solidFill>
                  <a:schemeClr val="accent1">
                    <a:lumMod val="50000"/>
                  </a:schemeClr>
                </a:solidFill>
              </a:defRPr>
            </a:lvl1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3" name="Content Placeholder 9">
            <a:extLst>
              <a:ext uri="{FF2B5EF4-FFF2-40B4-BE49-F238E27FC236}">
                <a16:creationId xmlns:a16="http://schemas.microsoft.com/office/drawing/2014/main" id="{AFBE5B12-0D10-DA99-093A-2C4FB738B21C}"/>
              </a:ext>
            </a:extLst>
          </p:cNvPr>
          <p:cNvSpPr>
            <a:spLocks noGrp="1"/>
          </p:cNvSpPr>
          <p:nvPr>
            <p:ph sz="quarter" idx="10" hasCustomPrompt="1"/>
          </p:nvPr>
        </p:nvSpPr>
        <p:spPr>
          <a:xfrm>
            <a:off x="5496789" y="3525268"/>
            <a:ext cx="5683829" cy="2595429"/>
          </a:xfrm>
          <a:effectLst/>
        </p:spPr>
        <p:txBody>
          <a:bodyPr anchor="t"/>
          <a:lstStyle>
            <a:lvl1pPr marL="0" indent="0" algn="ctr">
              <a:lnSpc>
                <a:spcPct val="150000"/>
              </a:lnSpc>
              <a:spcBef>
                <a:spcPts val="0"/>
              </a:spcBef>
              <a:buNone/>
              <a:defRPr b="1">
                <a:solidFill>
                  <a:schemeClr val="accent1">
                    <a:lumMod val="50000"/>
                  </a:schemeClr>
                </a:solidFill>
              </a:defRPr>
            </a:lvl1pPr>
            <a:lvl2pPr algn="ctr">
              <a:buClr>
                <a:schemeClr val="accent1">
                  <a:lumMod val="50000"/>
                </a:schemeClr>
              </a:buClr>
              <a:defRPr>
                <a:solidFill>
                  <a:schemeClr val="accent1">
                    <a:lumMod val="50000"/>
                  </a:schemeClr>
                </a:solidFill>
              </a:defRPr>
            </a:lvl2pPr>
            <a:lvl3pPr algn="ctr">
              <a:buClr>
                <a:schemeClr val="accent1">
                  <a:lumMod val="50000"/>
                </a:schemeClr>
              </a:buClr>
              <a:defRPr>
                <a:solidFill>
                  <a:schemeClr val="accent1">
                    <a:lumMod val="50000"/>
                  </a:schemeClr>
                </a:solidFill>
              </a:defRPr>
            </a:lvl3pPr>
            <a:lvl4pPr algn="ctr">
              <a:buClr>
                <a:schemeClr val="accent1">
                  <a:lumMod val="50000"/>
                </a:schemeClr>
              </a:buClr>
              <a:defRPr>
                <a:solidFill>
                  <a:schemeClr val="accent1">
                    <a:lumMod val="50000"/>
                  </a:schemeClr>
                </a:solidFill>
              </a:defRPr>
            </a:lvl4pPr>
            <a:lvl5pPr algn="ctr">
              <a:buClr>
                <a:schemeClr val="accent1">
                  <a:lumMod val="50000"/>
                </a:schemeClr>
              </a:buClr>
              <a:defRPr>
                <a:solidFill>
                  <a:schemeClr val="accent1">
                    <a:lumMod val="50000"/>
                  </a:schemeClr>
                </a:solidFill>
              </a:defRPr>
            </a:lvl5pPr>
          </a:lstStyle>
          <a:p>
            <a:pPr lvl="0"/>
            <a:r>
              <a:rPr lang="en-US" dirty="0"/>
              <a:t>Click to add content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1179950614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and Content 5">
    <p:bg>
      <p:bgPr>
        <a:solidFill>
          <a:schemeClr val="accent1">
            <a:lumMod val="50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281D7C89-8451-1944-C2B3-53AADAC99A0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411678" y="422551"/>
            <a:ext cx="4223822" cy="6010146"/>
          </a:xfrm>
          <a:prstGeom prst="rect">
            <a:avLst/>
          </a:prstGeom>
          <a:solidFill>
            <a:schemeClr val="accent4">
              <a:lumMod val="40000"/>
              <a:lumOff val="60000"/>
            </a:schemeClr>
          </a:solidFill>
          <a:ln>
            <a:noFill/>
          </a:ln>
          <a:effectLst>
            <a:outerShdw blurRad="254000" dist="50800" dir="2700000" algn="tl" rotWithShape="0">
              <a:prstClr val="black">
                <a:alpha val="25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entury Gothic" panose="020B0502020202020204"/>
              <a:ea typeface="+mn-ea"/>
              <a:cs typeface="+mn-cs"/>
            </a:endParaRP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D26B15EB-5194-C74B-F881-D3DCBE85427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4635499" y="422551"/>
            <a:ext cx="7144823" cy="6010146"/>
          </a:xfrm>
          <a:prstGeom prst="rect">
            <a:avLst/>
          </a:prstGeom>
          <a:solidFill>
            <a:schemeClr val="accent1">
              <a:lumMod val="50000"/>
            </a:schemeClr>
          </a:solidFill>
          <a:ln>
            <a:noFill/>
          </a:ln>
          <a:effectLst>
            <a:outerShdw blurRad="254000" dist="50800" dir="2700000" algn="tl" rotWithShape="0">
              <a:prstClr val="black">
                <a:alpha val="25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entury Gothic" panose="020B0502020202020204"/>
              <a:ea typeface="+mn-ea"/>
              <a:cs typeface="+mn-cs"/>
            </a:endParaRPr>
          </a:p>
        </p:txBody>
      </p:sp>
      <p:sp>
        <p:nvSpPr>
          <p:cNvPr id="9" name="Title 8">
            <a:extLst>
              <a:ext uri="{FF2B5EF4-FFF2-40B4-BE49-F238E27FC236}">
                <a16:creationId xmlns:a16="http://schemas.microsoft.com/office/drawing/2014/main" id="{5997EA3E-49E5-518D-63DB-0BD43D3ACFCD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529935" y="633845"/>
            <a:ext cx="3990110" cy="2192482"/>
          </a:xfrm>
          <a:noFill/>
          <a:effectLst/>
        </p:spPr>
        <p:txBody>
          <a:bodyPr anchor="ctr"/>
          <a:lstStyle>
            <a:lvl1pPr algn="ctr">
              <a:defRPr sz="3600" spc="0" baseline="0">
                <a:solidFill>
                  <a:schemeClr val="accent1">
                    <a:lumMod val="50000"/>
                  </a:schemeClr>
                </a:solidFill>
                <a:effectLst/>
              </a:defRPr>
            </a:lvl1pPr>
          </a:lstStyle>
          <a:p>
            <a:r>
              <a:rPr lang="en-US" dirty="0"/>
              <a:t>Click to add title</a:t>
            </a:r>
          </a:p>
        </p:txBody>
      </p:sp>
      <p:sp>
        <p:nvSpPr>
          <p:cNvPr id="7" name="Content Placeholder 6">
            <a:extLst>
              <a:ext uri="{FF2B5EF4-FFF2-40B4-BE49-F238E27FC236}">
                <a16:creationId xmlns:a16="http://schemas.microsoft.com/office/drawing/2014/main" id="{B15614EF-4CFA-2D69-0F78-9D7409E2337E}"/>
              </a:ext>
            </a:extLst>
          </p:cNvPr>
          <p:cNvSpPr>
            <a:spLocks noGrp="1"/>
          </p:cNvSpPr>
          <p:nvPr>
            <p:ph sz="quarter" idx="11" hasCustomPrompt="1"/>
          </p:nvPr>
        </p:nvSpPr>
        <p:spPr>
          <a:xfrm>
            <a:off x="747423" y="3174531"/>
            <a:ext cx="3772622" cy="3122360"/>
          </a:xfrm>
          <a:effectLst/>
        </p:spPr>
        <p:txBody>
          <a:bodyPr rIns="274320" anchor="t"/>
          <a:lstStyle>
            <a:lvl1pPr marL="283464" indent="-283464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accent1">
                  <a:lumMod val="50000"/>
                </a:schemeClr>
              </a:buClr>
              <a:buFont typeface="Arial" panose="020B0604020202020204" pitchFamily="34" charset="0"/>
              <a:buChar char="•"/>
              <a:defRPr>
                <a:solidFill>
                  <a:schemeClr val="accent1">
                    <a:lumMod val="50000"/>
                  </a:schemeClr>
                </a:solidFill>
              </a:defRPr>
            </a:lvl1pPr>
            <a:lvl2pPr marL="742950" indent="-28575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accent1">
                  <a:lumMod val="50000"/>
                </a:schemeClr>
              </a:buClr>
              <a:buFont typeface="Arial" panose="020B0604020202020204" pitchFamily="34" charset="0"/>
              <a:buChar char="•"/>
              <a:defRPr>
                <a:solidFill>
                  <a:schemeClr val="accent1">
                    <a:lumMod val="50000"/>
                  </a:schemeClr>
                </a:solidFill>
              </a:defRPr>
            </a:lvl2pPr>
            <a:lvl3pPr marL="1143000" indent="-22860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accent1">
                  <a:lumMod val="50000"/>
                </a:schemeClr>
              </a:buClr>
              <a:buFont typeface="Arial" panose="020B0604020202020204" pitchFamily="34" charset="0"/>
              <a:buChar char="•"/>
              <a:defRPr>
                <a:solidFill>
                  <a:schemeClr val="accent1">
                    <a:lumMod val="50000"/>
                  </a:schemeClr>
                </a:solidFill>
              </a:defRPr>
            </a:lvl3pPr>
            <a:lvl4pPr marL="1600200" indent="-22860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accent1">
                  <a:lumMod val="50000"/>
                </a:schemeClr>
              </a:buClr>
              <a:buFont typeface="Arial" panose="020B0604020202020204" pitchFamily="34" charset="0"/>
              <a:buChar char="•"/>
              <a:defRPr>
                <a:solidFill>
                  <a:schemeClr val="accent1">
                    <a:lumMod val="50000"/>
                  </a:schemeClr>
                </a:solidFill>
              </a:defRPr>
            </a:lvl4pPr>
            <a:lvl5pPr marL="2057400" indent="-22860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accent1">
                  <a:lumMod val="50000"/>
                </a:schemeClr>
              </a:buClr>
              <a:buFont typeface="Arial" panose="020B0604020202020204" pitchFamily="34" charset="0"/>
              <a:buChar char="•"/>
              <a:defRPr>
                <a:solidFill>
                  <a:schemeClr val="accent1">
                    <a:lumMod val="50000"/>
                  </a:schemeClr>
                </a:solidFill>
              </a:defRPr>
            </a:lvl5pPr>
          </a:lstStyle>
          <a:p>
            <a:pPr lvl="0"/>
            <a:r>
              <a:rPr lang="en-US" dirty="0"/>
              <a:t>Click to add content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10" name="Content Placeholder 9">
            <a:extLst>
              <a:ext uri="{FF2B5EF4-FFF2-40B4-BE49-F238E27FC236}">
                <a16:creationId xmlns:a16="http://schemas.microsoft.com/office/drawing/2014/main" id="{77D6637B-A7C5-34FF-5B51-32392DAEABB2}"/>
              </a:ext>
            </a:extLst>
          </p:cNvPr>
          <p:cNvSpPr>
            <a:spLocks noGrp="1"/>
          </p:cNvSpPr>
          <p:nvPr>
            <p:ph sz="quarter" idx="10" hasCustomPrompt="1"/>
          </p:nvPr>
        </p:nvSpPr>
        <p:spPr>
          <a:xfrm>
            <a:off x="5237732" y="946205"/>
            <a:ext cx="5971020" cy="5161655"/>
          </a:xfrm>
        </p:spPr>
        <p:txBody>
          <a:bodyPr/>
          <a:lstStyle/>
          <a:p>
            <a:pPr lvl="0"/>
            <a:r>
              <a:rPr lang="en-US" dirty="0"/>
              <a:t>Click to add content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3431640525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Introduction 2">
    <p:bg>
      <p:bgPr>
        <a:solidFill>
          <a:schemeClr val="accent1">
            <a:lumMod val="50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E13E625C-F0A4-564D-CEE2-6B3595CEB03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5961889" y="0"/>
            <a:ext cx="6230111" cy="6858000"/>
          </a:xfrm>
          <a:prstGeom prst="rect">
            <a:avLst/>
          </a:prstGeom>
          <a:solidFill>
            <a:schemeClr val="accent4">
              <a:lumMod val="40000"/>
              <a:lumOff val="60000"/>
            </a:schemeClr>
          </a:solidFill>
          <a:ln>
            <a:noFill/>
          </a:ln>
          <a:effectLst>
            <a:outerShdw blurRad="254000" dist="50800" dir="2700000" algn="tl" rotWithShape="0">
              <a:prstClr val="black">
                <a:alpha val="25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9" name="Title 8">
            <a:extLst>
              <a:ext uri="{FF2B5EF4-FFF2-40B4-BE49-F238E27FC236}">
                <a16:creationId xmlns:a16="http://schemas.microsoft.com/office/drawing/2014/main" id="{5997EA3E-49E5-518D-63DB-0BD43D3ACFC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577445" y="157637"/>
            <a:ext cx="4851694" cy="2190705"/>
          </a:xfrm>
          <a:noFill/>
          <a:effectLst/>
        </p:spPr>
        <p:txBody>
          <a:bodyPr anchor="b"/>
          <a:lstStyle>
            <a:lvl1pPr algn="l">
              <a:defRPr sz="3600" spc="0" baseline="0">
                <a:solidFill>
                  <a:schemeClr val="accent1">
                    <a:lumMod val="50000"/>
                  </a:schemeClr>
                </a:solidFill>
                <a:effectLst/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BB4D8C78-00C3-F3D7-17C3-F1667E463E1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380999" y="422551"/>
            <a:ext cx="5124893" cy="6010146"/>
          </a:xfrm>
          <a:prstGeom prst="rect">
            <a:avLst/>
          </a:prstGeom>
          <a:solidFill>
            <a:schemeClr val="accent4">
              <a:lumMod val="40000"/>
              <a:lumOff val="60000"/>
            </a:schemeClr>
          </a:solidFill>
          <a:ln>
            <a:noFill/>
          </a:ln>
          <a:effectLst>
            <a:outerShdw blurRad="254000" dist="50800" dir="2700000" algn="tl" rotWithShape="0">
              <a:prstClr val="black">
                <a:alpha val="25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entury Gothic" panose="020B0502020202020204"/>
                <a:ea typeface="+mn-ea"/>
                <a:cs typeface="+mn-cs"/>
              </a:rPr>
              <a:t>c</a:t>
            </a:r>
          </a:p>
        </p:txBody>
      </p:sp>
      <p:pic>
        <p:nvPicPr>
          <p:cNvPr id="4" name="Graphic 3">
            <a:extLst>
              <a:ext uri="{FF2B5EF4-FFF2-40B4-BE49-F238E27FC236}">
                <a16:creationId xmlns:a16="http://schemas.microsoft.com/office/drawing/2014/main" id="{F13E61FD-F54A-5F86-FCED-3BD4C8AA42E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 cstate="screen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rcRect l="-1353" t="-388" r="-1" b="-254"/>
          <a:stretch/>
        </p:blipFill>
        <p:spPr>
          <a:xfrm flipH="1">
            <a:off x="659106" y="3429000"/>
            <a:ext cx="4589830" cy="2780414"/>
          </a:xfrm>
          <a:prstGeom prst="rect">
            <a:avLst/>
          </a:prstGeom>
        </p:spPr>
      </p:pic>
      <p:sp>
        <p:nvSpPr>
          <p:cNvPr id="6" name="Rectangle 5">
            <a:extLst>
              <a:ext uri="{FF2B5EF4-FFF2-40B4-BE49-F238E27FC236}">
                <a16:creationId xmlns:a16="http://schemas.microsoft.com/office/drawing/2014/main" id="{A9F0290F-2D31-F9FB-AD35-B76947AF146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1236863" y="776532"/>
            <a:ext cx="3434316" cy="5018212"/>
          </a:xfrm>
          <a:prstGeom prst="rect">
            <a:avLst/>
          </a:prstGeom>
          <a:solidFill>
            <a:schemeClr val="accent1">
              <a:lumMod val="5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2" name="Picture Placeholder 11">
            <a:extLst>
              <a:ext uri="{FF2B5EF4-FFF2-40B4-BE49-F238E27FC236}">
                <a16:creationId xmlns:a16="http://schemas.microsoft.com/office/drawing/2014/main" id="{7347A5B6-0F99-C044-C209-F3190EEFA371}"/>
              </a:ext>
            </a:extLst>
          </p:cNvPr>
          <p:cNvSpPr>
            <a:spLocks noGrp="1"/>
          </p:cNvSpPr>
          <p:nvPr>
            <p:ph type="pic" sz="quarter" idx="11"/>
          </p:nvPr>
        </p:nvSpPr>
        <p:spPr>
          <a:xfrm>
            <a:off x="1236663" y="776288"/>
            <a:ext cx="3433762" cy="5018087"/>
          </a:xfrm>
        </p:spPr>
        <p:txBody>
          <a:bodyPr anchor="t"/>
          <a:lstStyle>
            <a:lvl1pPr marL="0" indent="0" algn="ctr">
              <a:buNone/>
              <a:defRPr/>
            </a:lvl1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5" name="Content Placeholder 9">
            <a:extLst>
              <a:ext uri="{FF2B5EF4-FFF2-40B4-BE49-F238E27FC236}">
                <a16:creationId xmlns:a16="http://schemas.microsoft.com/office/drawing/2014/main" id="{0E96890F-0832-5087-193F-70CF33DEE0AD}"/>
              </a:ext>
            </a:extLst>
          </p:cNvPr>
          <p:cNvSpPr>
            <a:spLocks noGrp="1"/>
          </p:cNvSpPr>
          <p:nvPr>
            <p:ph sz="quarter" idx="10" hasCustomPrompt="1"/>
          </p:nvPr>
        </p:nvSpPr>
        <p:spPr>
          <a:xfrm>
            <a:off x="6592615" y="2505979"/>
            <a:ext cx="4837385" cy="3926717"/>
          </a:xfrm>
          <a:effectLst/>
        </p:spPr>
        <p:txBody>
          <a:bodyPr anchor="t"/>
          <a:lstStyle>
            <a:lvl1pPr marL="0" indent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accent1">
                  <a:lumMod val="50000"/>
                </a:schemeClr>
              </a:buClr>
              <a:buFont typeface="Arial" panose="020B0604020202020204" pitchFamily="34" charset="0"/>
              <a:buNone/>
              <a:defRPr>
                <a:solidFill>
                  <a:schemeClr val="accent1">
                    <a:lumMod val="50000"/>
                  </a:schemeClr>
                </a:solidFill>
              </a:defRPr>
            </a:lvl1pPr>
            <a:lvl2pPr marL="742950" indent="-285750">
              <a:lnSpc>
                <a:spcPct val="150000"/>
              </a:lnSpc>
              <a:spcAft>
                <a:spcPts val="0"/>
              </a:spcAft>
              <a:buClr>
                <a:schemeClr val="accent1">
                  <a:lumMod val="50000"/>
                </a:schemeClr>
              </a:buClr>
              <a:buFont typeface="Arial" panose="020B0604020202020204" pitchFamily="34" charset="0"/>
              <a:buChar char="•"/>
              <a:defRPr>
                <a:solidFill>
                  <a:schemeClr val="accent1">
                    <a:lumMod val="50000"/>
                  </a:schemeClr>
                </a:solidFill>
              </a:defRPr>
            </a:lvl2pPr>
            <a:lvl3pPr marL="1143000" indent="-228600">
              <a:lnSpc>
                <a:spcPct val="150000"/>
              </a:lnSpc>
              <a:spcAft>
                <a:spcPts val="0"/>
              </a:spcAft>
              <a:buClr>
                <a:schemeClr val="accent1">
                  <a:lumMod val="50000"/>
                </a:schemeClr>
              </a:buClr>
              <a:buFont typeface="Arial" panose="020B0604020202020204" pitchFamily="34" charset="0"/>
              <a:buChar char="•"/>
              <a:defRPr>
                <a:solidFill>
                  <a:schemeClr val="accent1">
                    <a:lumMod val="50000"/>
                  </a:schemeClr>
                </a:solidFill>
              </a:defRPr>
            </a:lvl3pPr>
            <a:lvl4pPr marL="1600200" indent="-228600">
              <a:lnSpc>
                <a:spcPct val="150000"/>
              </a:lnSpc>
              <a:spcAft>
                <a:spcPts val="0"/>
              </a:spcAft>
              <a:buClr>
                <a:schemeClr val="accent1">
                  <a:lumMod val="50000"/>
                </a:schemeClr>
              </a:buClr>
              <a:buFont typeface="Arial" panose="020B0604020202020204" pitchFamily="34" charset="0"/>
              <a:buChar char="•"/>
              <a:defRPr>
                <a:solidFill>
                  <a:schemeClr val="accent1">
                    <a:lumMod val="50000"/>
                  </a:schemeClr>
                </a:solidFill>
              </a:defRPr>
            </a:lvl4pPr>
            <a:lvl5pPr marL="2057400" indent="-228600">
              <a:lnSpc>
                <a:spcPct val="150000"/>
              </a:lnSpc>
              <a:spcAft>
                <a:spcPts val="0"/>
              </a:spcAft>
              <a:buClr>
                <a:schemeClr val="accent1">
                  <a:lumMod val="50000"/>
                </a:schemeClr>
              </a:buClr>
              <a:buFont typeface="Arial" panose="020B0604020202020204" pitchFamily="34" charset="0"/>
              <a:buChar char="•"/>
              <a:defRPr>
                <a:solidFill>
                  <a:schemeClr val="accent1">
                    <a:lumMod val="50000"/>
                  </a:schemeClr>
                </a:solidFill>
              </a:defRPr>
            </a:lvl5pPr>
          </a:lstStyle>
          <a:p>
            <a:pPr marL="285750" marR="0" lvl="0" indent="-285750" algn="l" defTabSz="457200" rtl="0" eaLnBrk="1" fontAlgn="auto" latinLnBrk="0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accent1">
                  <a:lumMod val="50000"/>
                </a:schemeClr>
              </a:buClr>
              <a:buSzTx/>
              <a:buFont typeface="Arial" panose="020B0604020202020204" pitchFamily="34" charset="0"/>
              <a:buChar char="•"/>
              <a:tabLst/>
              <a:defRPr/>
            </a:pPr>
            <a:r>
              <a:rPr lang="en-US" dirty="0"/>
              <a:t>Click to add content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536681720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and Two Content 4">
    <p:bg>
      <p:bgPr>
        <a:solidFill>
          <a:schemeClr val="accent1">
            <a:lumMod val="50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>
            <a:extLst>
              <a:ext uri="{FF2B5EF4-FFF2-40B4-BE49-F238E27FC236}">
                <a16:creationId xmlns:a16="http://schemas.microsoft.com/office/drawing/2014/main" id="{336DB3CB-355C-968A-7F5F-71E0350408B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 cstate="screen">
            <a:duotone>
              <a:prstClr val="black"/>
              <a:schemeClr val="accent1">
                <a:tint val="45000"/>
                <a:satMod val="400000"/>
              </a:schemeClr>
            </a:duotone>
            <a:alphaModFix amt="50000"/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 rot="10800000">
            <a:off x="-2" y="0"/>
            <a:ext cx="12192001" cy="6858000"/>
          </a:xfrm>
          <a:prstGeom prst="rect">
            <a:avLst/>
          </a:prstGeom>
        </p:spPr>
      </p:pic>
      <p:sp>
        <p:nvSpPr>
          <p:cNvPr id="2" name="Rectangle 1">
            <a:extLst>
              <a:ext uri="{FF2B5EF4-FFF2-40B4-BE49-F238E27FC236}">
                <a16:creationId xmlns:a16="http://schemas.microsoft.com/office/drawing/2014/main" id="{281D7C89-8451-1944-C2B3-53AADAC99A0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411678" y="422551"/>
            <a:ext cx="4223822" cy="6010146"/>
          </a:xfrm>
          <a:prstGeom prst="rect">
            <a:avLst/>
          </a:prstGeom>
          <a:solidFill>
            <a:schemeClr val="accent4">
              <a:lumMod val="40000"/>
              <a:lumOff val="60000"/>
            </a:schemeClr>
          </a:solidFill>
          <a:ln>
            <a:noFill/>
          </a:ln>
          <a:effectLst>
            <a:outerShdw blurRad="254000" dist="50800" dir="2700000" algn="tl" rotWithShape="0">
              <a:prstClr val="black">
                <a:alpha val="25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entury Gothic" panose="020B0502020202020204"/>
              <a:ea typeface="+mn-ea"/>
              <a:cs typeface="+mn-cs"/>
            </a:endParaRP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D26B15EB-5194-C74B-F881-D3DCBE85427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4635499" y="422551"/>
            <a:ext cx="7144823" cy="6010146"/>
          </a:xfrm>
          <a:prstGeom prst="rect">
            <a:avLst/>
          </a:prstGeom>
          <a:solidFill>
            <a:schemeClr val="accent1">
              <a:lumMod val="50000"/>
            </a:schemeClr>
          </a:solidFill>
          <a:ln>
            <a:noFill/>
          </a:ln>
          <a:effectLst>
            <a:outerShdw blurRad="254000" dist="50800" dir="2700000" algn="tl" rotWithShape="0">
              <a:prstClr val="black">
                <a:alpha val="25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entury Gothic" panose="020B0502020202020204"/>
              <a:ea typeface="+mn-ea"/>
              <a:cs typeface="+mn-cs"/>
            </a:endParaRPr>
          </a:p>
        </p:txBody>
      </p:sp>
      <p:sp>
        <p:nvSpPr>
          <p:cNvPr id="9" name="Title 8">
            <a:extLst>
              <a:ext uri="{FF2B5EF4-FFF2-40B4-BE49-F238E27FC236}">
                <a16:creationId xmlns:a16="http://schemas.microsoft.com/office/drawing/2014/main" id="{5997EA3E-49E5-518D-63DB-0BD43D3ACFCD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529935" y="924339"/>
            <a:ext cx="3990110" cy="5009322"/>
          </a:xfrm>
          <a:noFill/>
          <a:effectLst/>
        </p:spPr>
        <p:txBody>
          <a:bodyPr anchor="ctr"/>
          <a:lstStyle>
            <a:lvl1pPr algn="ctr">
              <a:defRPr sz="3600" spc="0" baseline="0">
                <a:solidFill>
                  <a:schemeClr val="accent1">
                    <a:lumMod val="50000"/>
                  </a:schemeClr>
                </a:solidFill>
                <a:effectLst/>
              </a:defRPr>
            </a:lvl1pPr>
          </a:lstStyle>
          <a:p>
            <a:r>
              <a:rPr lang="en-US" dirty="0"/>
              <a:t>Click to add title</a:t>
            </a:r>
          </a:p>
        </p:txBody>
      </p:sp>
      <p:sp>
        <p:nvSpPr>
          <p:cNvPr id="10" name="Content Placeholder 9">
            <a:extLst>
              <a:ext uri="{FF2B5EF4-FFF2-40B4-BE49-F238E27FC236}">
                <a16:creationId xmlns:a16="http://schemas.microsoft.com/office/drawing/2014/main" id="{77D6637B-A7C5-34FF-5B51-32392DAEABB2}"/>
              </a:ext>
            </a:extLst>
          </p:cNvPr>
          <p:cNvSpPr>
            <a:spLocks noGrp="1"/>
          </p:cNvSpPr>
          <p:nvPr>
            <p:ph sz="quarter" idx="10" hasCustomPrompt="1"/>
          </p:nvPr>
        </p:nvSpPr>
        <p:spPr>
          <a:xfrm>
            <a:off x="5153836" y="1371602"/>
            <a:ext cx="6177309" cy="1953489"/>
          </a:xfrm>
          <a:effectLst/>
        </p:spPr>
        <p:txBody>
          <a:bodyPr anchor="t"/>
          <a:lstStyle>
            <a:lvl1pPr marL="283464" indent="-283464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chemeClr val="tx1"/>
              </a:buClr>
              <a:buFont typeface="Arial" panose="020B0604020202020204" pitchFamily="34" charset="0"/>
              <a:buChar char="•"/>
              <a:defRPr/>
            </a:lvl1pPr>
            <a:lvl2pPr marL="742950" indent="-28575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chemeClr val="tx1"/>
              </a:buClr>
              <a:buFont typeface="Arial" panose="020B0604020202020204" pitchFamily="34" charset="0"/>
              <a:buChar char="•"/>
              <a:defRPr/>
            </a:lvl2pPr>
            <a:lvl3pPr marL="1143000" indent="-22860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chemeClr val="tx1"/>
              </a:buClr>
              <a:buFont typeface="Arial" panose="020B0604020202020204" pitchFamily="34" charset="0"/>
              <a:buChar char="•"/>
              <a:defRPr/>
            </a:lvl3pPr>
            <a:lvl4pPr marL="1600200" indent="-22860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chemeClr val="tx1"/>
              </a:buClr>
              <a:buFont typeface="Arial" panose="020B0604020202020204" pitchFamily="34" charset="0"/>
              <a:buChar char="•"/>
              <a:defRPr/>
            </a:lvl4pPr>
            <a:lvl5pPr marL="2057400" indent="-22860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chemeClr val="tx1"/>
              </a:buClr>
              <a:buFont typeface="Arial" panose="020B0604020202020204" pitchFamily="34" charset="0"/>
              <a:buChar char="•"/>
              <a:defRPr/>
            </a:lvl5pPr>
          </a:lstStyle>
          <a:p>
            <a:pPr lvl="0"/>
            <a:r>
              <a:rPr lang="en-US" dirty="0"/>
              <a:t>Click to add content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cxnSp>
        <p:nvCxnSpPr>
          <p:cNvPr id="5" name="Straight Connector 4">
            <a:extLst>
              <a:ext uri="{FF2B5EF4-FFF2-40B4-BE49-F238E27FC236}">
                <a16:creationId xmlns:a16="http://schemas.microsoft.com/office/drawing/2014/main" id="{A087279F-936E-0F41-B533-7990D668D7C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 userDrawn="1"/>
        </p:nvCxnSpPr>
        <p:spPr>
          <a:xfrm>
            <a:off x="5153836" y="3446156"/>
            <a:ext cx="6177309" cy="0"/>
          </a:xfrm>
          <a:prstGeom prst="line">
            <a:avLst/>
          </a:prstGeom>
          <a:ln w="19050">
            <a:solidFill>
              <a:schemeClr val="accent4">
                <a:lumMod val="40000"/>
                <a:lumOff val="6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" name="Content Placeholder 9">
            <a:extLst>
              <a:ext uri="{FF2B5EF4-FFF2-40B4-BE49-F238E27FC236}">
                <a16:creationId xmlns:a16="http://schemas.microsoft.com/office/drawing/2014/main" id="{CDD03AA1-6D53-FEB1-9B22-57C1066DA336}"/>
              </a:ext>
            </a:extLst>
          </p:cNvPr>
          <p:cNvSpPr>
            <a:spLocks noGrp="1"/>
          </p:cNvSpPr>
          <p:nvPr>
            <p:ph sz="quarter" idx="11" hasCustomPrompt="1"/>
          </p:nvPr>
        </p:nvSpPr>
        <p:spPr>
          <a:xfrm>
            <a:off x="5153836" y="3745924"/>
            <a:ext cx="6177309" cy="2238918"/>
          </a:xfrm>
          <a:effectLst/>
        </p:spPr>
        <p:txBody>
          <a:bodyPr anchor="t"/>
          <a:lstStyle>
            <a:lvl1pPr marL="283464" indent="-283464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chemeClr val="tx1"/>
              </a:buClr>
              <a:buFont typeface="Arial" panose="020B0604020202020204" pitchFamily="34" charset="0"/>
              <a:buChar char="•"/>
              <a:defRPr/>
            </a:lvl1pPr>
            <a:lvl2pPr marL="742950" indent="-28575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chemeClr val="tx1"/>
              </a:buClr>
              <a:buFont typeface="Arial" panose="020B0604020202020204" pitchFamily="34" charset="0"/>
              <a:buChar char="•"/>
              <a:defRPr/>
            </a:lvl2pPr>
            <a:lvl3pPr marL="1143000" indent="-22860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chemeClr val="tx1"/>
              </a:buClr>
              <a:buFont typeface="Arial" panose="020B0604020202020204" pitchFamily="34" charset="0"/>
              <a:buChar char="•"/>
              <a:defRPr/>
            </a:lvl3pPr>
            <a:lvl4pPr marL="1600200" indent="-22860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chemeClr val="tx1"/>
              </a:buClr>
              <a:buFont typeface="Arial" panose="020B0604020202020204" pitchFamily="34" charset="0"/>
              <a:buChar char="•"/>
              <a:defRPr/>
            </a:lvl4pPr>
            <a:lvl5pPr marL="2057400" indent="-22860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chemeClr val="tx1"/>
              </a:buClr>
              <a:buFont typeface="Arial" panose="020B0604020202020204" pitchFamily="34" charset="0"/>
              <a:buChar char="•"/>
              <a:defRPr/>
            </a:lvl5pPr>
          </a:lstStyle>
          <a:p>
            <a:pPr lvl="0"/>
            <a:r>
              <a:rPr lang="en-US" dirty="0"/>
              <a:t>Click to add content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3769371191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Quote 2">
    <p:bg>
      <p:bgPr>
        <a:solidFill>
          <a:schemeClr val="accent1">
            <a:lumMod val="50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>
            <a:extLst>
              <a:ext uri="{FF2B5EF4-FFF2-40B4-BE49-F238E27FC236}">
                <a16:creationId xmlns:a16="http://schemas.microsoft.com/office/drawing/2014/main" id="{859176A3-24B8-086B-739F-2B3DCE8BE09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 cstate="screen">
            <a:duotone>
              <a:prstClr val="black"/>
              <a:schemeClr val="accent1">
                <a:tint val="45000"/>
                <a:satMod val="400000"/>
              </a:schemeClr>
            </a:duotone>
            <a:alphaModFix amt="50000"/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 rot="5400000">
            <a:off x="2666999" y="-2654300"/>
            <a:ext cx="6858000" cy="12166601"/>
          </a:xfrm>
          <a:prstGeom prst="rect">
            <a:avLst/>
          </a:prstGeom>
        </p:spPr>
      </p:pic>
      <p:sp>
        <p:nvSpPr>
          <p:cNvPr id="4" name="Rectangle 3">
            <a:extLst>
              <a:ext uri="{FF2B5EF4-FFF2-40B4-BE49-F238E27FC236}">
                <a16:creationId xmlns:a16="http://schemas.microsoft.com/office/drawing/2014/main" id="{BA96EFAA-0851-646A-8758-C20243901E5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381000" y="422551"/>
            <a:ext cx="11424920" cy="6010146"/>
          </a:xfrm>
          <a:prstGeom prst="rect">
            <a:avLst/>
          </a:prstGeom>
          <a:solidFill>
            <a:schemeClr val="accent1">
              <a:lumMod val="50000"/>
            </a:schemeClr>
          </a:solidFill>
          <a:ln>
            <a:noFill/>
          </a:ln>
          <a:effectLst>
            <a:outerShdw blurRad="254000" dist="50800" dir="2700000" algn="tl" rotWithShape="0">
              <a:prstClr val="black">
                <a:alpha val="25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entury Gothic" panose="020B0502020202020204"/>
              <a:ea typeface="+mn-ea"/>
              <a:cs typeface="+mn-cs"/>
            </a:endParaRPr>
          </a:p>
        </p:txBody>
      </p:sp>
      <p:sp>
        <p:nvSpPr>
          <p:cNvPr id="9" name="Title 8">
            <a:extLst>
              <a:ext uri="{FF2B5EF4-FFF2-40B4-BE49-F238E27FC236}">
                <a16:creationId xmlns:a16="http://schemas.microsoft.com/office/drawing/2014/main" id="{5997EA3E-49E5-518D-63DB-0BD43D3ACFCD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810001" y="685800"/>
            <a:ext cx="10571998" cy="2983528"/>
          </a:xfrm>
          <a:effectLst/>
        </p:spPr>
        <p:txBody>
          <a:bodyPr/>
          <a:lstStyle>
            <a:lvl1pPr algn="ctr">
              <a:defRPr sz="3600" spc="0" baseline="0">
                <a:solidFill>
                  <a:schemeClr val="accent4">
                    <a:lumMod val="60000"/>
                    <a:lumOff val="40000"/>
                  </a:schemeClr>
                </a:solidFill>
                <a:effectLst/>
              </a:defRPr>
            </a:lvl1pPr>
          </a:lstStyle>
          <a:p>
            <a:r>
              <a:rPr lang="en-US" dirty="0"/>
              <a:t>Click to add title</a:t>
            </a:r>
          </a:p>
        </p:txBody>
      </p:sp>
    </p:spTree>
    <p:extLst>
      <p:ext uri="{BB962C8B-B14F-4D97-AF65-F5344CB8AC3E}">
        <p14:creationId xmlns:p14="http://schemas.microsoft.com/office/powerpoint/2010/main" val="4023403113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Content and Table">
    <p:bg>
      <p:bgPr>
        <a:solidFill>
          <a:schemeClr val="accent1">
            <a:lumMod val="50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Rectangle 16">
            <a:extLst>
              <a:ext uri="{FF2B5EF4-FFF2-40B4-BE49-F238E27FC236}">
                <a16:creationId xmlns:a16="http://schemas.microsoft.com/office/drawing/2014/main" id="{812B799F-04B8-4A62-EB7D-F17311231B8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7556500" y="0"/>
            <a:ext cx="4635500" cy="6858000"/>
          </a:xfrm>
          <a:prstGeom prst="rect">
            <a:avLst/>
          </a:prstGeom>
          <a:solidFill>
            <a:schemeClr val="accent4">
              <a:lumMod val="40000"/>
              <a:lumOff val="60000"/>
            </a:schemeClr>
          </a:solidFill>
          <a:ln>
            <a:noFill/>
          </a:ln>
          <a:effectLst>
            <a:outerShdw blurRad="254000" dist="50800" dir="2700000" algn="tl" rotWithShape="0">
              <a:prstClr val="black">
                <a:alpha val="25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entury Gothic" panose="020B0502020202020204"/>
              <a:ea typeface="+mn-ea"/>
              <a:cs typeface="+mn-cs"/>
            </a:endParaRP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08F310BE-5861-E73D-5979-D11A971516C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500270" y="487680"/>
            <a:ext cx="6482080" cy="5902960"/>
          </a:xfrm>
          <a:prstGeom prst="rect">
            <a:avLst/>
          </a:prstGeom>
          <a:solidFill>
            <a:schemeClr val="accent1">
              <a:lumMod val="50000"/>
            </a:schemeClr>
          </a:solidFill>
          <a:ln>
            <a:noFill/>
          </a:ln>
          <a:effectLst>
            <a:outerShdw blurRad="254000" dist="50800" dir="2700000" algn="tl" rotWithShape="0">
              <a:prstClr val="black">
                <a:alpha val="25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entury Gothic" panose="020B0502020202020204"/>
              <a:ea typeface="+mn-ea"/>
              <a:cs typeface="+mn-cs"/>
            </a:endParaRPr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AA12F5E6-EC22-5E10-94FB-5E546A7B912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 cstate="screen">
            <a:duotone>
              <a:prstClr val="black"/>
              <a:schemeClr val="accent1">
                <a:tint val="45000"/>
                <a:satMod val="400000"/>
              </a:schemeClr>
            </a:duotone>
            <a:alphaModFix amt="50000"/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 rot="10800000">
            <a:off x="495630" y="477518"/>
            <a:ext cx="6482079" cy="5913121"/>
          </a:xfrm>
          <a:prstGeom prst="rect">
            <a:avLst/>
          </a:prstGeom>
        </p:spPr>
      </p:pic>
      <p:sp>
        <p:nvSpPr>
          <p:cNvPr id="9" name="Title 8">
            <a:extLst>
              <a:ext uri="{FF2B5EF4-FFF2-40B4-BE49-F238E27FC236}">
                <a16:creationId xmlns:a16="http://schemas.microsoft.com/office/drawing/2014/main" id="{5997EA3E-49E5-518D-63DB-0BD43D3ACFCD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8036952" y="477518"/>
            <a:ext cx="3829465" cy="2693887"/>
          </a:xfrm>
          <a:noFill/>
          <a:effectLst/>
        </p:spPr>
        <p:txBody>
          <a:bodyPr anchor="b"/>
          <a:lstStyle>
            <a:lvl1pPr algn="l">
              <a:defRPr sz="3600" spc="0" baseline="0">
                <a:solidFill>
                  <a:schemeClr val="accent1">
                    <a:lumMod val="50000"/>
                  </a:schemeClr>
                </a:solidFill>
                <a:effectLst/>
              </a:defRPr>
            </a:lvl1pPr>
          </a:lstStyle>
          <a:p>
            <a:r>
              <a:rPr lang="en-US" dirty="0"/>
              <a:t>Click to add title</a:t>
            </a:r>
          </a:p>
        </p:txBody>
      </p:sp>
      <p:sp>
        <p:nvSpPr>
          <p:cNvPr id="13" name="Table Placeholder 12">
            <a:extLst>
              <a:ext uri="{FF2B5EF4-FFF2-40B4-BE49-F238E27FC236}">
                <a16:creationId xmlns:a16="http://schemas.microsoft.com/office/drawing/2014/main" id="{14BBA88A-FAA8-CE13-2A76-BF8B014AE343}"/>
              </a:ext>
            </a:extLst>
          </p:cNvPr>
          <p:cNvSpPr>
            <a:spLocks noGrp="1"/>
          </p:cNvSpPr>
          <p:nvPr>
            <p:ph type="tbl" sz="quarter" idx="11"/>
          </p:nvPr>
        </p:nvSpPr>
        <p:spPr>
          <a:xfrm>
            <a:off x="952500" y="909638"/>
            <a:ext cx="5578475" cy="5038725"/>
          </a:xfrm>
        </p:spPr>
        <p:txBody>
          <a:bodyPr anchor="t"/>
          <a:lstStyle>
            <a:lvl1pPr marL="0" indent="0" algn="ctr">
              <a:buNone/>
              <a:defRPr/>
            </a:lvl1pPr>
          </a:lstStyle>
          <a:p>
            <a:r>
              <a:rPr lang="en-US"/>
              <a:t>Click icon to add table</a:t>
            </a:r>
            <a:endParaRPr lang="en-US" dirty="0"/>
          </a:p>
        </p:txBody>
      </p:sp>
      <p:sp>
        <p:nvSpPr>
          <p:cNvPr id="5" name="Content Placeholder 9">
            <a:extLst>
              <a:ext uri="{FF2B5EF4-FFF2-40B4-BE49-F238E27FC236}">
                <a16:creationId xmlns:a16="http://schemas.microsoft.com/office/drawing/2014/main" id="{0E96890F-0832-5087-193F-70CF33DEE0AD}"/>
              </a:ext>
            </a:extLst>
          </p:cNvPr>
          <p:cNvSpPr>
            <a:spLocks noGrp="1"/>
          </p:cNvSpPr>
          <p:nvPr>
            <p:ph sz="quarter" idx="10" hasCustomPrompt="1"/>
          </p:nvPr>
        </p:nvSpPr>
        <p:spPr>
          <a:xfrm>
            <a:off x="8036953" y="3449781"/>
            <a:ext cx="3829465" cy="2940860"/>
          </a:xfrm>
          <a:effectLst/>
        </p:spPr>
        <p:txBody>
          <a:bodyPr anchor="t"/>
          <a:lstStyle>
            <a:lvl1pPr marL="285750" indent="-28575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accent1">
                  <a:lumMod val="50000"/>
                </a:schemeClr>
              </a:buClr>
              <a:buFont typeface="Arial" panose="020B0604020202020204" pitchFamily="34" charset="0"/>
              <a:buChar char="•"/>
              <a:defRPr>
                <a:solidFill>
                  <a:schemeClr val="accent1">
                    <a:lumMod val="50000"/>
                  </a:schemeClr>
                </a:solidFill>
              </a:defRPr>
            </a:lvl1pPr>
            <a:lvl2pPr marL="742950" indent="-285750">
              <a:lnSpc>
                <a:spcPct val="150000"/>
              </a:lnSpc>
              <a:spcAft>
                <a:spcPts val="0"/>
              </a:spcAft>
              <a:buClr>
                <a:schemeClr val="accent1">
                  <a:lumMod val="50000"/>
                </a:schemeClr>
              </a:buClr>
              <a:buFont typeface="Arial" panose="020B0604020202020204" pitchFamily="34" charset="0"/>
              <a:buChar char="•"/>
              <a:defRPr>
                <a:solidFill>
                  <a:schemeClr val="accent1">
                    <a:lumMod val="50000"/>
                  </a:schemeClr>
                </a:solidFill>
              </a:defRPr>
            </a:lvl2pPr>
            <a:lvl3pPr marL="1143000" indent="-228600">
              <a:lnSpc>
                <a:spcPct val="150000"/>
              </a:lnSpc>
              <a:spcAft>
                <a:spcPts val="0"/>
              </a:spcAft>
              <a:buClr>
                <a:schemeClr val="accent1">
                  <a:lumMod val="50000"/>
                </a:schemeClr>
              </a:buClr>
              <a:buFont typeface="Arial" panose="020B0604020202020204" pitchFamily="34" charset="0"/>
              <a:buChar char="•"/>
              <a:defRPr>
                <a:solidFill>
                  <a:schemeClr val="accent1">
                    <a:lumMod val="50000"/>
                  </a:schemeClr>
                </a:solidFill>
              </a:defRPr>
            </a:lvl3pPr>
            <a:lvl4pPr marL="1600200" indent="-228600">
              <a:lnSpc>
                <a:spcPct val="150000"/>
              </a:lnSpc>
              <a:spcAft>
                <a:spcPts val="0"/>
              </a:spcAft>
              <a:buClr>
                <a:schemeClr val="accent1">
                  <a:lumMod val="50000"/>
                </a:schemeClr>
              </a:buClr>
              <a:buFont typeface="Arial" panose="020B0604020202020204" pitchFamily="34" charset="0"/>
              <a:buChar char="•"/>
              <a:defRPr>
                <a:solidFill>
                  <a:schemeClr val="accent1">
                    <a:lumMod val="50000"/>
                  </a:schemeClr>
                </a:solidFill>
              </a:defRPr>
            </a:lvl4pPr>
            <a:lvl5pPr marL="2057400" indent="-228600">
              <a:lnSpc>
                <a:spcPct val="150000"/>
              </a:lnSpc>
              <a:spcAft>
                <a:spcPts val="0"/>
              </a:spcAft>
              <a:buClr>
                <a:schemeClr val="accent1">
                  <a:lumMod val="50000"/>
                </a:schemeClr>
              </a:buClr>
              <a:buFont typeface="Arial" panose="020B0604020202020204" pitchFamily="34" charset="0"/>
              <a:buChar char="•"/>
              <a:defRPr>
                <a:solidFill>
                  <a:schemeClr val="accent1">
                    <a:lumMod val="50000"/>
                  </a:schemeClr>
                </a:solidFill>
              </a:defRPr>
            </a:lvl5pPr>
          </a:lstStyle>
          <a:p>
            <a:pPr lvl="0"/>
            <a:r>
              <a:rPr lang="en-US" dirty="0"/>
              <a:t>Click to add content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131281866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and Table">
    <p:bg>
      <p:bgPr>
        <a:solidFill>
          <a:schemeClr val="accent1">
            <a:lumMod val="50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>
            <a:extLst>
              <a:ext uri="{FF2B5EF4-FFF2-40B4-BE49-F238E27FC236}">
                <a16:creationId xmlns:a16="http://schemas.microsoft.com/office/drawing/2014/main" id="{859176A3-24B8-086B-739F-2B3DCE8BE09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 cstate="screen">
            <a:duotone>
              <a:prstClr val="black"/>
              <a:schemeClr val="accent1">
                <a:tint val="45000"/>
                <a:satMod val="400000"/>
              </a:schemeClr>
            </a:duotone>
            <a:alphaModFix amt="50000"/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 rot="5400000">
            <a:off x="2666999" y="-2654300"/>
            <a:ext cx="6858000" cy="12166601"/>
          </a:xfrm>
          <a:prstGeom prst="rect">
            <a:avLst/>
          </a:prstGeom>
        </p:spPr>
      </p:pic>
      <p:sp>
        <p:nvSpPr>
          <p:cNvPr id="4" name="Rectangle 3">
            <a:extLst>
              <a:ext uri="{FF2B5EF4-FFF2-40B4-BE49-F238E27FC236}">
                <a16:creationId xmlns:a16="http://schemas.microsoft.com/office/drawing/2014/main" id="{BA96EFAA-0851-646A-8758-C20243901E5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381000" y="422551"/>
            <a:ext cx="11424920" cy="6010146"/>
          </a:xfrm>
          <a:prstGeom prst="rect">
            <a:avLst/>
          </a:prstGeom>
          <a:solidFill>
            <a:schemeClr val="accent1">
              <a:lumMod val="50000"/>
            </a:schemeClr>
          </a:solidFill>
          <a:ln>
            <a:noFill/>
          </a:ln>
          <a:effectLst>
            <a:outerShdw blurRad="254000" dist="50800" dir="2700000" algn="tl" rotWithShape="0">
              <a:prstClr val="black">
                <a:alpha val="25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entury Gothic" panose="020B0502020202020204"/>
              <a:ea typeface="+mn-ea"/>
              <a:cs typeface="+mn-cs"/>
            </a:endParaRPr>
          </a:p>
        </p:txBody>
      </p:sp>
      <p:sp>
        <p:nvSpPr>
          <p:cNvPr id="9" name="Title 8">
            <a:extLst>
              <a:ext uri="{FF2B5EF4-FFF2-40B4-BE49-F238E27FC236}">
                <a16:creationId xmlns:a16="http://schemas.microsoft.com/office/drawing/2014/main" id="{5997EA3E-49E5-518D-63DB-0BD43D3ACFCD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488373" y="571501"/>
            <a:ext cx="11139054" cy="1028699"/>
          </a:xfrm>
          <a:effectLst/>
        </p:spPr>
        <p:txBody>
          <a:bodyPr anchor="ctr"/>
          <a:lstStyle>
            <a:lvl1pPr algn="ctr">
              <a:defRPr sz="3600" spc="0" baseline="0">
                <a:solidFill>
                  <a:schemeClr val="tx1"/>
                </a:solidFill>
                <a:effectLst/>
              </a:defRPr>
            </a:lvl1pPr>
          </a:lstStyle>
          <a:p>
            <a:r>
              <a:rPr lang="en-US" dirty="0"/>
              <a:t>Click to add title</a:t>
            </a:r>
          </a:p>
        </p:txBody>
      </p:sp>
      <p:sp>
        <p:nvSpPr>
          <p:cNvPr id="11" name="Table Placeholder 10">
            <a:extLst>
              <a:ext uri="{FF2B5EF4-FFF2-40B4-BE49-F238E27FC236}">
                <a16:creationId xmlns:a16="http://schemas.microsoft.com/office/drawing/2014/main" id="{E10735F5-6B7D-348D-AC70-8BC10CB5F70A}"/>
              </a:ext>
            </a:extLst>
          </p:cNvPr>
          <p:cNvSpPr>
            <a:spLocks noGrp="1"/>
          </p:cNvSpPr>
          <p:nvPr>
            <p:ph type="tbl" sz="quarter" idx="10"/>
          </p:nvPr>
        </p:nvSpPr>
        <p:spPr>
          <a:xfrm>
            <a:off x="838200" y="1860550"/>
            <a:ext cx="10515600" cy="4198938"/>
          </a:xfrm>
        </p:spPr>
        <p:txBody>
          <a:bodyPr anchor="t"/>
          <a:lstStyle>
            <a:lvl1pPr marL="0" indent="0" algn="ctr">
              <a:buNone/>
              <a:defRPr/>
            </a:lvl1pPr>
          </a:lstStyle>
          <a:p>
            <a:r>
              <a:rPr lang="en-US"/>
              <a:t>Click icon to add table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912634791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ection Title 2">
    <p:bg>
      <p:bgPr>
        <a:solidFill>
          <a:schemeClr val="accent1">
            <a:lumMod val="50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1">
            <a:extLst>
              <a:ext uri="{FF2B5EF4-FFF2-40B4-BE49-F238E27FC236}">
                <a16:creationId xmlns:a16="http://schemas.microsoft.com/office/drawing/2014/main" id="{2FDAFCA1-BDD9-1108-8F95-E3FC1A7935C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/>
          <p:nvPr userDrawn="1"/>
        </p:nvGrpSpPr>
        <p:grpSpPr>
          <a:xfrm rot="10800000">
            <a:off x="0" y="0"/>
            <a:ext cx="11532896" cy="6858000"/>
            <a:chOff x="659106" y="0"/>
            <a:chExt cx="11532896" cy="6858000"/>
          </a:xfrm>
        </p:grpSpPr>
        <p:sp>
          <p:nvSpPr>
            <p:cNvPr id="3" name="Rectangle 2">
              <a:extLst>
                <a:ext uri="{FF2B5EF4-FFF2-40B4-BE49-F238E27FC236}">
                  <a16:creationId xmlns:a16="http://schemas.microsoft.com/office/drawing/2014/main" id="{E4BFDB24-6BE4-2FC0-F772-DC1DE926E485}"/>
                </a:ext>
              </a:extLst>
            </p:cNvPr>
            <p:cNvSpPr/>
            <p:nvPr/>
          </p:nvSpPr>
          <p:spPr>
            <a:xfrm>
              <a:off x="5995086" y="0"/>
              <a:ext cx="6196916" cy="6858000"/>
            </a:xfrm>
            <a:prstGeom prst="rect">
              <a:avLst/>
            </a:prstGeom>
            <a:solidFill>
              <a:schemeClr val="accent4">
                <a:lumMod val="40000"/>
                <a:lumOff val="60000"/>
              </a:schemeClr>
            </a:solidFill>
            <a:ln>
              <a:noFill/>
            </a:ln>
            <a:effectLst>
              <a:outerShdw blurRad="254000" dist="50800" dir="2700000" algn="tl" rotWithShape="0">
                <a:prstClr val="black">
                  <a:alpha val="25000"/>
                </a:prstClr>
              </a:outerShdw>
            </a:effec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entury Gothic" panose="020B0502020202020204"/>
                <a:ea typeface="+mn-ea"/>
                <a:cs typeface="+mn-cs"/>
              </a:endParaRPr>
            </a:p>
          </p:txBody>
        </p:sp>
        <p:pic>
          <p:nvPicPr>
            <p:cNvPr id="4" name="Graphic 3">
              <a:extLst>
                <a:ext uri="{FF2B5EF4-FFF2-40B4-BE49-F238E27FC236}">
                  <a16:creationId xmlns:a16="http://schemas.microsoft.com/office/drawing/2014/main" id="{131EABEA-AB8A-5E4C-A6DD-8F32B70E90A3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2" cstate="screen">
              <a:extLst>
                <a:ext uri="{28A0092B-C50C-407E-A947-70E740481C1C}">
                  <a14:useLocalDpi xmlns:a14="http://schemas.microsoft.com/office/drawing/2010/main"/>
                </a:ex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rcRect l="-1353" t="-388" r="-1" b="-254"/>
            <a:stretch/>
          </p:blipFill>
          <p:spPr>
            <a:xfrm flipH="1">
              <a:off x="659106" y="1956391"/>
              <a:ext cx="4878094" cy="2780414"/>
            </a:xfrm>
            <a:prstGeom prst="rect">
              <a:avLst/>
            </a:prstGeom>
          </p:spPr>
        </p:pic>
        <p:sp>
          <p:nvSpPr>
            <p:cNvPr id="5" name="Rectangle 4">
              <a:extLst>
                <a:ext uri="{FF2B5EF4-FFF2-40B4-BE49-F238E27FC236}">
                  <a16:creationId xmlns:a16="http://schemas.microsoft.com/office/drawing/2014/main" id="{D2279AAC-0D81-D3CD-3F0F-E8CEE0F56D43}"/>
                </a:ext>
              </a:extLst>
            </p:cNvPr>
            <p:cNvSpPr/>
            <p:nvPr/>
          </p:nvSpPr>
          <p:spPr>
            <a:xfrm>
              <a:off x="1328303" y="776532"/>
              <a:ext cx="3434316" cy="5018212"/>
            </a:xfrm>
            <a:prstGeom prst="rect">
              <a:avLst/>
            </a:prstGeom>
            <a:solidFill>
              <a:schemeClr val="accent1">
                <a:lumMod val="50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entury Gothic" panose="020B0502020202020204"/>
                <a:ea typeface="+mn-ea"/>
                <a:cs typeface="+mn-cs"/>
              </a:endParaRPr>
            </a:p>
          </p:txBody>
        </p:sp>
      </p:grpSp>
      <p:sp>
        <p:nvSpPr>
          <p:cNvPr id="9" name="Title 8">
            <a:extLst>
              <a:ext uri="{FF2B5EF4-FFF2-40B4-BE49-F238E27FC236}">
                <a16:creationId xmlns:a16="http://schemas.microsoft.com/office/drawing/2014/main" id="{5997EA3E-49E5-518D-63DB-0BD43D3ACFCD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617542" y="132080"/>
            <a:ext cx="4928894" cy="6507711"/>
          </a:xfrm>
          <a:noFill/>
          <a:effectLst/>
        </p:spPr>
        <p:txBody>
          <a:bodyPr anchor="ctr"/>
          <a:lstStyle>
            <a:lvl1pPr algn="ctr">
              <a:defRPr sz="3600" spc="0" baseline="0">
                <a:solidFill>
                  <a:schemeClr val="accent1">
                    <a:lumMod val="50000"/>
                  </a:schemeClr>
                </a:solidFill>
                <a:effectLst/>
              </a:defRPr>
            </a:lvl1pPr>
          </a:lstStyle>
          <a:p>
            <a:r>
              <a:rPr lang="en-US" dirty="0"/>
              <a:t>Click to add title</a:t>
            </a:r>
          </a:p>
        </p:txBody>
      </p:sp>
      <p:sp>
        <p:nvSpPr>
          <p:cNvPr id="11" name="Picture Placeholder 10">
            <a:extLst>
              <a:ext uri="{FF2B5EF4-FFF2-40B4-BE49-F238E27FC236}">
                <a16:creationId xmlns:a16="http://schemas.microsoft.com/office/drawing/2014/main" id="{E0720B2D-C199-57FA-9453-DBFB607BA983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7429500" y="992188"/>
            <a:ext cx="3425825" cy="5018087"/>
          </a:xfrm>
        </p:spPr>
        <p:txBody>
          <a:bodyPr anchor="t"/>
          <a:lstStyle>
            <a:lvl1pPr marL="0" indent="0" algn="ctr">
              <a:buNone/>
              <a:defRPr/>
            </a:lvl1pPr>
          </a:lstStyle>
          <a:p>
            <a:r>
              <a:rPr lang="en-US"/>
              <a:t>Click icon to add picture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159858657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and Two Columns">
    <p:bg>
      <p:bgPr>
        <a:solidFill>
          <a:schemeClr val="accent1">
            <a:lumMod val="50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>
            <a:extLst>
              <a:ext uri="{FF2B5EF4-FFF2-40B4-BE49-F238E27FC236}">
                <a16:creationId xmlns:a16="http://schemas.microsoft.com/office/drawing/2014/main" id="{EB11222B-29F6-BF2A-09DE-82F65963894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 cstate="screen">
            <a:duotone>
              <a:prstClr val="black"/>
              <a:schemeClr val="accent1">
                <a:tint val="45000"/>
                <a:satMod val="400000"/>
              </a:schemeClr>
            </a:duotone>
            <a:alphaModFix amt="50000"/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 rot="5400000">
            <a:off x="2666999" y="-2654300"/>
            <a:ext cx="6858000" cy="12166601"/>
          </a:xfrm>
          <a:prstGeom prst="rect">
            <a:avLst/>
          </a:prstGeom>
        </p:spPr>
      </p:pic>
      <p:sp>
        <p:nvSpPr>
          <p:cNvPr id="3" name="Rectangle 2">
            <a:extLst>
              <a:ext uri="{FF2B5EF4-FFF2-40B4-BE49-F238E27FC236}">
                <a16:creationId xmlns:a16="http://schemas.microsoft.com/office/drawing/2014/main" id="{B035F993-EADB-1C5A-7158-41E510B706E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381000" y="422551"/>
            <a:ext cx="11424920" cy="6010146"/>
          </a:xfrm>
          <a:prstGeom prst="rect">
            <a:avLst/>
          </a:prstGeom>
          <a:solidFill>
            <a:schemeClr val="accent1">
              <a:lumMod val="50000"/>
            </a:schemeClr>
          </a:solidFill>
          <a:ln>
            <a:noFill/>
          </a:ln>
          <a:effectLst>
            <a:outerShdw blurRad="254000" dist="50800" dir="2700000" algn="tl" rotWithShape="0">
              <a:prstClr val="black">
                <a:alpha val="25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entury Gothic" panose="020B0502020202020204"/>
              <a:ea typeface="+mn-ea"/>
              <a:cs typeface="+mn-cs"/>
            </a:endParaRP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AB12E34E-DBAF-BA5D-15D9-E69A0553578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381000" y="1889759"/>
            <a:ext cx="11424920" cy="4542937"/>
          </a:xfrm>
          <a:prstGeom prst="rect">
            <a:avLst/>
          </a:prstGeom>
          <a:solidFill>
            <a:schemeClr val="accent4">
              <a:lumMod val="40000"/>
              <a:lumOff val="60000"/>
            </a:schemeClr>
          </a:solidFill>
          <a:ln>
            <a:noFill/>
          </a:ln>
          <a:effectLst>
            <a:outerShdw blurRad="254000" dist="50800" dir="2700000" algn="tl" rotWithShape="0">
              <a:prstClr val="black">
                <a:alpha val="25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entury Gothic" panose="020B0502020202020204"/>
              <a:ea typeface="+mn-ea"/>
              <a:cs typeface="+mn-cs"/>
            </a:endParaRPr>
          </a:p>
        </p:txBody>
      </p:sp>
      <p:sp>
        <p:nvSpPr>
          <p:cNvPr id="9" name="Title 8">
            <a:extLst>
              <a:ext uri="{FF2B5EF4-FFF2-40B4-BE49-F238E27FC236}">
                <a16:creationId xmlns:a16="http://schemas.microsoft.com/office/drawing/2014/main" id="{5997EA3E-49E5-518D-63DB-0BD43D3ACFCD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529935" y="571499"/>
            <a:ext cx="11118274" cy="1154114"/>
          </a:xfrm>
          <a:noFill/>
          <a:effectLst/>
        </p:spPr>
        <p:txBody>
          <a:bodyPr anchor="ctr"/>
          <a:lstStyle>
            <a:lvl1pPr algn="ctr">
              <a:defRPr sz="3600" spc="0" baseline="0">
                <a:solidFill>
                  <a:schemeClr val="tx1"/>
                </a:solidFill>
                <a:effectLst/>
              </a:defRPr>
            </a:lvl1pPr>
          </a:lstStyle>
          <a:p>
            <a:r>
              <a:rPr lang="en-US" dirty="0"/>
              <a:t>Click to add title</a:t>
            </a:r>
          </a:p>
        </p:txBody>
      </p:sp>
      <p:sp>
        <p:nvSpPr>
          <p:cNvPr id="5" name="Content Placeholder 9">
            <a:extLst>
              <a:ext uri="{FF2B5EF4-FFF2-40B4-BE49-F238E27FC236}">
                <a16:creationId xmlns:a16="http://schemas.microsoft.com/office/drawing/2014/main" id="{0BF6A552-CE6A-3977-8507-74A1C4C4B5A0}"/>
              </a:ext>
            </a:extLst>
          </p:cNvPr>
          <p:cNvSpPr>
            <a:spLocks noGrp="1"/>
          </p:cNvSpPr>
          <p:nvPr>
            <p:ph sz="quarter" idx="17" hasCustomPrompt="1"/>
          </p:nvPr>
        </p:nvSpPr>
        <p:spPr>
          <a:xfrm>
            <a:off x="841667" y="2461056"/>
            <a:ext cx="3626424" cy="3721535"/>
          </a:xfrm>
          <a:effectLst/>
        </p:spPr>
        <p:txBody>
          <a:bodyPr anchor="t">
            <a:normAutofit/>
          </a:bodyPr>
          <a:lstStyle>
            <a:lvl1pPr marL="285750" indent="-285750">
              <a:lnSpc>
                <a:spcPct val="120000"/>
              </a:lnSpc>
              <a:spcBef>
                <a:spcPts val="600"/>
              </a:spcBef>
              <a:spcAft>
                <a:spcPts val="1200"/>
              </a:spcAft>
              <a:buClr>
                <a:schemeClr val="accent1">
                  <a:lumMod val="50000"/>
                </a:schemeClr>
              </a:buClr>
              <a:buFont typeface="Arial" panose="020B0604020202020204" pitchFamily="34" charset="0"/>
              <a:buChar char="•"/>
              <a:defRPr sz="1800">
                <a:solidFill>
                  <a:schemeClr val="accent1">
                    <a:lumMod val="50000"/>
                  </a:schemeClr>
                </a:solidFill>
              </a:defRPr>
            </a:lvl1pPr>
            <a:lvl2pPr marL="742950" indent="-285750">
              <a:lnSpc>
                <a:spcPct val="120000"/>
              </a:lnSpc>
              <a:spcAft>
                <a:spcPts val="1200"/>
              </a:spcAft>
              <a:buClr>
                <a:schemeClr val="accent1">
                  <a:lumMod val="50000"/>
                </a:schemeClr>
              </a:buClr>
              <a:buFont typeface="Arial" panose="020B0604020202020204" pitchFamily="34" charset="0"/>
              <a:buChar char="•"/>
              <a:defRPr sz="1600">
                <a:solidFill>
                  <a:schemeClr val="accent1">
                    <a:lumMod val="50000"/>
                  </a:schemeClr>
                </a:solidFill>
              </a:defRPr>
            </a:lvl2pPr>
            <a:lvl3pPr marL="1143000" indent="-228600">
              <a:lnSpc>
                <a:spcPct val="120000"/>
              </a:lnSpc>
              <a:spcAft>
                <a:spcPts val="1200"/>
              </a:spcAft>
              <a:buClr>
                <a:schemeClr val="accent1">
                  <a:lumMod val="50000"/>
                </a:schemeClr>
              </a:buClr>
              <a:buFont typeface="Arial" panose="020B0604020202020204" pitchFamily="34" charset="0"/>
              <a:buChar char="•"/>
              <a:defRPr sz="1400">
                <a:solidFill>
                  <a:schemeClr val="accent1">
                    <a:lumMod val="50000"/>
                  </a:schemeClr>
                </a:solidFill>
              </a:defRPr>
            </a:lvl3pPr>
            <a:lvl4pPr marL="1600200" indent="-228600">
              <a:lnSpc>
                <a:spcPct val="120000"/>
              </a:lnSpc>
              <a:spcAft>
                <a:spcPts val="1200"/>
              </a:spcAft>
              <a:buClr>
                <a:schemeClr val="accent1">
                  <a:lumMod val="50000"/>
                </a:schemeClr>
              </a:buClr>
              <a:buFont typeface="Arial" panose="020B0604020202020204" pitchFamily="34" charset="0"/>
              <a:buChar char="•"/>
              <a:defRPr sz="1200">
                <a:solidFill>
                  <a:schemeClr val="accent1">
                    <a:lumMod val="50000"/>
                  </a:schemeClr>
                </a:solidFill>
              </a:defRPr>
            </a:lvl4pPr>
            <a:lvl5pPr marL="2057400" indent="-228600">
              <a:lnSpc>
                <a:spcPct val="120000"/>
              </a:lnSpc>
              <a:spcAft>
                <a:spcPts val="1200"/>
              </a:spcAft>
              <a:buClr>
                <a:schemeClr val="accent1">
                  <a:lumMod val="50000"/>
                </a:schemeClr>
              </a:buClr>
              <a:buFont typeface="Arial" panose="020B0604020202020204" pitchFamily="34" charset="0"/>
              <a:buChar char="•"/>
              <a:defRPr sz="1200">
                <a:solidFill>
                  <a:schemeClr val="accent1">
                    <a:lumMod val="50000"/>
                  </a:schemeClr>
                </a:solidFill>
              </a:defRPr>
            </a:lvl5pPr>
          </a:lstStyle>
          <a:p>
            <a:pPr lvl="0"/>
            <a:r>
              <a:rPr lang="en-US" dirty="0"/>
              <a:t>Click to add content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6" name="Content Placeholder 9">
            <a:extLst>
              <a:ext uri="{FF2B5EF4-FFF2-40B4-BE49-F238E27FC236}">
                <a16:creationId xmlns:a16="http://schemas.microsoft.com/office/drawing/2014/main" id="{4C80689F-A123-F6D7-2AA8-9166317EF424}"/>
              </a:ext>
            </a:extLst>
          </p:cNvPr>
          <p:cNvSpPr>
            <a:spLocks noGrp="1"/>
          </p:cNvSpPr>
          <p:nvPr>
            <p:ph sz="quarter" idx="18" hasCustomPrompt="1"/>
          </p:nvPr>
        </p:nvSpPr>
        <p:spPr>
          <a:xfrm>
            <a:off x="5995282" y="2440275"/>
            <a:ext cx="5164553" cy="3721534"/>
          </a:xfrm>
          <a:effectLst/>
        </p:spPr>
        <p:txBody>
          <a:bodyPr anchor="t">
            <a:normAutofit/>
          </a:bodyPr>
          <a:lstStyle>
            <a:lvl1pPr marL="342900" indent="-342900">
              <a:lnSpc>
                <a:spcPct val="120000"/>
              </a:lnSpc>
              <a:spcBef>
                <a:spcPts val="600"/>
              </a:spcBef>
              <a:spcAft>
                <a:spcPts val="600"/>
              </a:spcAft>
              <a:buClr>
                <a:schemeClr val="accent1">
                  <a:lumMod val="50000"/>
                </a:schemeClr>
              </a:buClr>
              <a:buFont typeface="+mj-lt"/>
              <a:buAutoNum type="arabicPeriod"/>
              <a:defRPr sz="1800" b="1">
                <a:solidFill>
                  <a:schemeClr val="accent1">
                    <a:lumMod val="50000"/>
                  </a:schemeClr>
                </a:solidFill>
              </a:defRPr>
            </a:lvl1pPr>
            <a:lvl2pPr marL="347472" indent="0">
              <a:lnSpc>
                <a:spcPct val="120000"/>
              </a:lnSpc>
              <a:spcBef>
                <a:spcPts val="0"/>
              </a:spcBef>
              <a:spcAft>
                <a:spcPts val="600"/>
              </a:spcAft>
              <a:buClr>
                <a:schemeClr val="accent1">
                  <a:lumMod val="50000"/>
                </a:schemeClr>
              </a:buClr>
              <a:buNone/>
              <a:defRPr sz="1800">
                <a:solidFill>
                  <a:schemeClr val="accent1">
                    <a:lumMod val="50000"/>
                  </a:schemeClr>
                </a:solidFill>
              </a:defRPr>
            </a:lvl2pPr>
            <a:lvl3pPr marL="914400" indent="0">
              <a:lnSpc>
                <a:spcPct val="120000"/>
              </a:lnSpc>
              <a:spcAft>
                <a:spcPts val="600"/>
              </a:spcAft>
              <a:buClr>
                <a:schemeClr val="accent1">
                  <a:lumMod val="50000"/>
                </a:schemeClr>
              </a:buClr>
              <a:buNone/>
              <a:defRPr sz="1800">
                <a:solidFill>
                  <a:schemeClr val="accent1">
                    <a:lumMod val="50000"/>
                  </a:schemeClr>
                </a:solidFill>
              </a:defRPr>
            </a:lvl3pPr>
            <a:lvl4pPr marL="1371600" indent="0">
              <a:lnSpc>
                <a:spcPct val="120000"/>
              </a:lnSpc>
              <a:spcAft>
                <a:spcPts val="600"/>
              </a:spcAft>
              <a:buClr>
                <a:schemeClr val="accent1">
                  <a:lumMod val="50000"/>
                </a:schemeClr>
              </a:buClr>
              <a:buNone/>
              <a:defRPr sz="1800">
                <a:solidFill>
                  <a:schemeClr val="accent1">
                    <a:lumMod val="50000"/>
                  </a:schemeClr>
                </a:solidFill>
              </a:defRPr>
            </a:lvl4pPr>
            <a:lvl5pPr marL="1828800" indent="0">
              <a:lnSpc>
                <a:spcPct val="120000"/>
              </a:lnSpc>
              <a:spcAft>
                <a:spcPts val="600"/>
              </a:spcAft>
              <a:buClr>
                <a:schemeClr val="accent1">
                  <a:lumMod val="50000"/>
                </a:schemeClr>
              </a:buClr>
              <a:buNone/>
              <a:defRPr sz="1800">
                <a:solidFill>
                  <a:schemeClr val="accent1">
                    <a:lumMod val="50000"/>
                  </a:schemeClr>
                </a:solidFill>
              </a:defRPr>
            </a:lvl5pPr>
          </a:lstStyle>
          <a:p>
            <a:pPr lvl="0"/>
            <a:r>
              <a:rPr lang="en-US" dirty="0"/>
              <a:t>Click to add content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3618202180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losing ">
    <p:bg>
      <p:bgPr>
        <a:solidFill>
          <a:schemeClr val="accent1">
            <a:lumMod val="50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2">
            <a:extLst>
              <a:ext uri="{FF2B5EF4-FFF2-40B4-BE49-F238E27FC236}">
                <a16:creationId xmlns:a16="http://schemas.microsoft.com/office/drawing/2014/main" id="{EAF4DCF8-BA15-AB79-2D14-040F5A063B7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435935" y="414670"/>
            <a:ext cx="11320130" cy="6018027"/>
          </a:xfrm>
          <a:prstGeom prst="rect">
            <a:avLst/>
          </a:prstGeom>
          <a:solidFill>
            <a:schemeClr val="accent1">
              <a:lumMod val="50000"/>
            </a:schemeClr>
          </a:solidFill>
          <a:ln>
            <a:noFill/>
          </a:ln>
          <a:effectLst>
            <a:outerShdw blurRad="254000" dist="50800" dir="2700000" algn="tl" rotWithShape="0">
              <a:prstClr val="black">
                <a:alpha val="25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entury Gothic" panose="020B0502020202020204"/>
              <a:ea typeface="+mn-ea"/>
              <a:cs typeface="+mn-cs"/>
            </a:endParaRP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5ED22DD7-291D-E347-8A4C-07E31E68133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 cstate="screen">
            <a:duotone>
              <a:prstClr val="black"/>
              <a:schemeClr val="accent1">
                <a:tint val="45000"/>
                <a:satMod val="400000"/>
              </a:schemeClr>
            </a:duotone>
            <a:alphaModFix amt="50000"/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 rot="5400000">
            <a:off x="3092299" y="-2231063"/>
            <a:ext cx="6007395" cy="11320129"/>
          </a:xfrm>
          <a:prstGeom prst="rect">
            <a:avLst/>
          </a:prstGeom>
        </p:spPr>
      </p:pic>
      <p:sp>
        <p:nvSpPr>
          <p:cNvPr id="9" name="Title 8">
            <a:extLst>
              <a:ext uri="{FF2B5EF4-FFF2-40B4-BE49-F238E27FC236}">
                <a16:creationId xmlns:a16="http://schemas.microsoft.com/office/drawing/2014/main" id="{5997EA3E-49E5-518D-63DB-0BD43D3ACFCD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770660" y="1017858"/>
            <a:ext cx="10650681" cy="2719255"/>
          </a:xfrm>
          <a:noFill/>
          <a:effectLst/>
        </p:spPr>
        <p:txBody>
          <a:bodyPr anchor="b"/>
          <a:lstStyle>
            <a:lvl1pPr algn="ctr">
              <a:defRPr sz="7200" spc="-300" baseline="0">
                <a:solidFill>
                  <a:schemeClr val="accent4">
                    <a:lumMod val="60000"/>
                    <a:lumOff val="40000"/>
                  </a:schemeClr>
                </a:solidFill>
                <a:effectLst/>
              </a:defRPr>
            </a:lvl1pPr>
          </a:lstStyle>
          <a:p>
            <a:r>
              <a:rPr lang="en-US" dirty="0"/>
              <a:t>Click to add title</a:t>
            </a:r>
          </a:p>
        </p:txBody>
      </p:sp>
      <p:sp>
        <p:nvSpPr>
          <p:cNvPr id="7" name="Text Placeholder 6">
            <a:extLst>
              <a:ext uri="{FF2B5EF4-FFF2-40B4-BE49-F238E27FC236}">
                <a16:creationId xmlns:a16="http://schemas.microsoft.com/office/drawing/2014/main" id="{5D0FE23B-34E3-BAAF-E01D-BE221B4A94EF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770660" y="4042066"/>
            <a:ext cx="10650681" cy="2296843"/>
          </a:xfrm>
          <a:effectLst/>
        </p:spPr>
        <p:txBody>
          <a:bodyPr anchor="t"/>
          <a:lstStyle>
            <a:lvl1pPr marL="0" indent="0" algn="ctr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  <a:defRPr>
                <a:solidFill>
                  <a:schemeClr val="tx1"/>
                </a:solidFill>
              </a:defRPr>
            </a:lvl1pPr>
            <a:lvl2pPr marL="457200" indent="0">
              <a:buNone/>
              <a:defRPr/>
            </a:lvl2pPr>
            <a:lvl3pPr marL="914400" indent="0">
              <a:buNone/>
              <a:defRPr/>
            </a:lvl3pPr>
            <a:lvl4pPr marL="1371600" indent="0">
              <a:buNone/>
              <a:defRPr/>
            </a:lvl4pPr>
            <a:lvl5pPr marL="1828800" indent="0">
              <a:buNone/>
              <a:defRPr/>
            </a:lvl5pPr>
          </a:lstStyle>
          <a:p>
            <a:pPr lvl="0"/>
            <a:r>
              <a:rPr lang="en-US" dirty="0"/>
              <a:t>Click to add text</a:t>
            </a:r>
          </a:p>
        </p:txBody>
      </p:sp>
    </p:spTree>
    <p:extLst>
      <p:ext uri="{BB962C8B-B14F-4D97-AF65-F5344CB8AC3E}">
        <p14:creationId xmlns:p14="http://schemas.microsoft.com/office/powerpoint/2010/main" val="327250800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theme" Target="../theme/theme1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1">
            <a:lumMod val="50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10000" y="447188"/>
            <a:ext cx="10571998" cy="970450"/>
          </a:xfrm>
          <a:prstGeom prst="rect">
            <a:avLst/>
          </a:prstGeom>
          <a:effectLst/>
        </p:spPr>
        <p:txBody>
          <a:bodyPr vert="horz" lIns="91440" tIns="45720" rIns="91440" bIns="45720" rtlCol="0" anchor="b">
            <a:no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10000" y="2184401"/>
            <a:ext cx="10563285" cy="3674397"/>
          </a:xfrm>
          <a:prstGeom prst="rect">
            <a:avLst/>
          </a:prstGeom>
          <a:effectLst/>
        </p:spPr>
        <p:txBody>
          <a:bodyPr vert="horz" lIns="91440" tIns="45720" rIns="91440" bIns="45720" rtlCol="0" anchor="ctr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51514" y="6041362"/>
            <a:ext cx="8644320" cy="365125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900">
                <a:solidFill>
                  <a:schemeClr val="tx1"/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9334626" y="6041362"/>
            <a:ext cx="1343706" cy="365125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900">
                <a:solidFill>
                  <a:schemeClr val="tx1"/>
                </a:solidFill>
              </a:defRPr>
            </a:lvl1pPr>
          </a:lstStyle>
          <a:p>
            <a:fld id="{86F7BD38-A805-4B2C-9BDF-D56E94387879}" type="datetime1">
              <a:rPr lang="en-US" smtClean="0"/>
              <a:t>2/27/2026</a:t>
            </a:fld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0678331" y="5915888"/>
            <a:ext cx="1062155" cy="490599"/>
          </a:xfrm>
          <a:prstGeom prst="rect">
            <a:avLst/>
          </a:prstGeom>
        </p:spPr>
        <p:txBody>
          <a:bodyPr vert="horz" lIns="91440" tIns="45720" rIns="91440" bIns="10800" rtlCol="0" anchor="b"/>
          <a:lstStyle>
            <a:lvl1pPr algn="r">
              <a:defRPr sz="2000">
                <a:solidFill>
                  <a:schemeClr val="tx1"/>
                </a:solidFill>
              </a:defRPr>
            </a:lvl1pPr>
          </a:lstStyle>
          <a:p>
            <a:fld id="{D57F1E4F-1CFF-5643-939E-217C01CDF565}" type="slidenum">
              <a:rPr lang="en-US" smtClean="0"/>
              <a:pPr/>
              <a:t>‹#›</a:t>
            </a:fld>
            <a:endParaRPr lang="en-US" dirty="0"/>
          </a:p>
        </p:txBody>
      </p:sp>
    </p:spTree>
  </p:cSld>
  <p:clrMap bg1="dk1" tx1="lt1" bg2="dk2" tx2="lt2" accent1="accent1" accent2="accent2" accent3="accent3" accent4="accent4" accent5="accent5" accent6="accent6" hlink="hlink" folHlink="folHlink"/>
  <p:sldLayoutIdLst>
    <p:sldLayoutId id="2147483686" r:id="rId1"/>
    <p:sldLayoutId id="2147483668" r:id="rId2"/>
    <p:sldLayoutId id="2147483669" r:id="rId3"/>
    <p:sldLayoutId id="2147483684" r:id="rId4"/>
    <p:sldLayoutId id="2147483672" r:id="rId5"/>
    <p:sldLayoutId id="2147483687" r:id="rId6"/>
    <p:sldLayoutId id="2147483671" r:id="rId7"/>
    <p:sldLayoutId id="2147483688" r:id="rId8"/>
    <p:sldLayoutId id="2147483689" r:id="rId9"/>
    <p:sldLayoutId id="2147483690" r:id="rId10"/>
    <p:sldLayoutId id="2147483691" r:id="rId11"/>
    <p:sldLayoutId id="2147483692" r:id="rId12"/>
    <p:sldLayoutId id="2147483693" r:id="rId13"/>
    <p:sldLayoutId id="2147483685" r:id="rId14"/>
  </p:sldLayoutIdLst>
  <p:hf sldNum="0" hdr="0" ftr="0" dt="0"/>
  <p:txStyles>
    <p:titleStyle>
      <a:lvl1pPr algn="l" defTabSz="457200" rtl="0" eaLnBrk="1" latinLnBrk="0" hangingPunct="1">
        <a:spcBef>
          <a:spcPct val="0"/>
        </a:spcBef>
        <a:buNone/>
        <a:defRPr sz="4000" b="1" kern="1200" baseline="0">
          <a:ln>
            <a:noFill/>
          </a:ln>
          <a:solidFill>
            <a:srgbClr val="FEFEFE"/>
          </a:solidFill>
          <a:effectLst/>
          <a:latin typeface="+mj-lt"/>
          <a:ea typeface="+mj-ea"/>
          <a:cs typeface="+mj-c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342900" indent="-342900" algn="l" defTabSz="457200" rtl="0" eaLnBrk="1" latinLnBrk="0" hangingPunct="1">
        <a:spcBef>
          <a:spcPct val="20000"/>
        </a:spcBef>
        <a:spcAft>
          <a:spcPts val="600"/>
        </a:spcAft>
        <a:buClr>
          <a:schemeClr val="tx1"/>
        </a:buClr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spcAft>
          <a:spcPts val="600"/>
        </a:spcAft>
        <a:buClr>
          <a:schemeClr val="tx1"/>
        </a:buClr>
        <a:buFont typeface="Arial" panose="020B0604020202020204" pitchFamily="34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tx1"/>
        </a:buClr>
        <a:buFont typeface="Arial" panose="020B0604020202020204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tx1"/>
        </a:buClr>
        <a:buFont typeface="Arial" panose="020B0604020202020204" pitchFamily="34" charset="0"/>
        <a:buChar char="•"/>
        <a:defRPr sz="12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tx1"/>
        </a:buClr>
        <a:buFont typeface="Arial" panose="020B0604020202020204" pitchFamily="34" charset="0"/>
        <a:buChar char="•"/>
        <a:defRPr sz="1200" kern="1200">
          <a:solidFill>
            <a:schemeClr val="tx1"/>
          </a:solidFill>
          <a:latin typeface="+mn-lt"/>
          <a:ea typeface="+mn-ea"/>
          <a:cs typeface="+mn-cs"/>
        </a:defRPr>
      </a:lvl5pPr>
      <a:lvl6pPr marL="24000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/>
        </a:buClr>
        <a:buFont typeface="Wingdings 2" charset="2"/>
        <a:buChar char=""/>
        <a:defRPr sz="1200" kern="1200">
          <a:solidFill>
            <a:schemeClr val="tx1"/>
          </a:solidFill>
          <a:latin typeface="+mn-lt"/>
          <a:ea typeface="+mn-ea"/>
          <a:cs typeface="+mn-cs"/>
        </a:defRPr>
      </a:lvl6pPr>
      <a:lvl7pPr marL="28000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/>
        </a:buClr>
        <a:buFont typeface="Wingdings 2" charset="2"/>
        <a:buChar char=""/>
        <a:defRPr sz="12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0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/>
        </a:buClr>
        <a:buFont typeface="Wingdings 2" charset="2"/>
        <a:buChar char=""/>
        <a:defRPr sz="1200" kern="1200">
          <a:solidFill>
            <a:schemeClr val="tx1"/>
          </a:solidFill>
          <a:latin typeface="+mn-lt"/>
          <a:ea typeface="+mn-ea"/>
          <a:cs typeface="+mn-cs"/>
        </a:defRPr>
      </a:lvl8pPr>
      <a:lvl9pPr marL="36000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/>
        </a:buClr>
        <a:buFont typeface="Wingdings 2" charset="2"/>
        <a:buChar char=""/>
        <a:defRPr sz="12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4.xml"/><Relationship Id="rId5" Type="http://schemas.openxmlformats.org/officeDocument/2006/relationships/image" Target="../media/image18.png"/><Relationship Id="rId4" Type="http://schemas.openxmlformats.org/officeDocument/2006/relationships/image" Target="../media/image17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6.xml"/><Relationship Id="rId5" Type="http://schemas.openxmlformats.org/officeDocument/2006/relationships/image" Target="../media/image21.png"/><Relationship Id="rId4" Type="http://schemas.openxmlformats.org/officeDocument/2006/relationships/image" Target="../media/image20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2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8.xml"/><Relationship Id="rId5" Type="http://schemas.openxmlformats.org/officeDocument/2006/relationships/image" Target="../media/image24.png"/><Relationship Id="rId4" Type="http://schemas.openxmlformats.org/officeDocument/2006/relationships/image" Target="../media/image23.png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3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4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AA762A4-2E4B-23FB-9F8B-D54C0F90A08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10001" y="633046"/>
            <a:ext cx="10571998" cy="3366198"/>
          </a:xfrm>
        </p:spPr>
        <p:txBody>
          <a:bodyPr/>
          <a:lstStyle/>
          <a:p>
            <a:pPr lvl="0"/>
            <a:r>
              <a:rPr lang="en-US" noProof="0" dirty="0"/>
              <a:t>CSE-490 Midterm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A58DCBEB-9D1D-7431-457C-9302C013C755}"/>
              </a:ext>
            </a:extLst>
          </p:cNvPr>
          <p:cNvSpPr txBox="1"/>
          <p:nvPr/>
        </p:nvSpPr>
        <p:spPr>
          <a:xfrm>
            <a:off x="2651760" y="4215384"/>
            <a:ext cx="321868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>
                <a:solidFill>
                  <a:srgbClr val="F9E0B9"/>
                </a:solidFill>
              </a:rPr>
              <a:t>By Trevor Alexander</a:t>
            </a:r>
          </a:p>
        </p:txBody>
      </p:sp>
    </p:spTree>
    <p:extLst>
      <p:ext uri="{BB962C8B-B14F-4D97-AF65-F5344CB8AC3E}">
        <p14:creationId xmlns:p14="http://schemas.microsoft.com/office/powerpoint/2010/main" val="431835888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62B7740-ED88-9F6A-89FF-4B0DFAAC36E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44217" y="924167"/>
            <a:ext cx="4383156" cy="5009322"/>
          </a:xfrm>
        </p:spPr>
        <p:txBody>
          <a:bodyPr/>
          <a:lstStyle/>
          <a:p>
            <a:r>
              <a:rPr lang="en-US" dirty="0"/>
              <a:t>Deliverables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39A25282-EE8D-71BA-6317-EECFE33238DC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6400800" y="924512"/>
            <a:ext cx="4750904" cy="5008977"/>
          </a:xfrm>
        </p:spPr>
        <p:txBody>
          <a:bodyPr/>
          <a:lstStyle/>
          <a:p>
            <a:pPr marL="285750" lvl="0" indent="-285750">
              <a:buFont typeface="Arial" panose="020B0604020202020204" pitchFamily="34" charset="0"/>
              <a:buChar char="•"/>
            </a:pPr>
            <a:r>
              <a:rPr lang="en-US" dirty="0"/>
              <a:t>A Midway University themed webpage</a:t>
            </a:r>
          </a:p>
          <a:p>
            <a:pPr marL="285750" lvl="0" indent="-285750">
              <a:buFont typeface="Arial" panose="020B0604020202020204" pitchFamily="34" charset="0"/>
              <a:buChar char="•"/>
            </a:pPr>
            <a:r>
              <a:rPr lang="en-US" dirty="0"/>
              <a:t>Every button to go a midway webpage</a:t>
            </a:r>
          </a:p>
          <a:p>
            <a:pPr marL="285750" lvl="0" indent="-285750">
              <a:buFont typeface="Arial" panose="020B0604020202020204" pitchFamily="34" charset="0"/>
              <a:buChar char="•"/>
            </a:pPr>
            <a:r>
              <a:rPr lang="en-US" noProof="0" dirty="0"/>
              <a:t>YouTube links for every course explaining them to a new student</a:t>
            </a:r>
          </a:p>
          <a:p>
            <a:pPr marL="285750" lvl="0" indent="-285750">
              <a:buFont typeface="Arial" panose="020B0604020202020204" pitchFamily="34" charset="0"/>
              <a:buChar char="•"/>
            </a:pPr>
            <a:r>
              <a:rPr lang="en-US" noProof="0" dirty="0"/>
              <a:t>A text to speech button that would read the summaries of each course</a:t>
            </a:r>
          </a:p>
        </p:txBody>
      </p:sp>
    </p:spTree>
    <p:extLst>
      <p:ext uri="{BB962C8B-B14F-4D97-AF65-F5344CB8AC3E}">
        <p14:creationId xmlns:p14="http://schemas.microsoft.com/office/powerpoint/2010/main" val="909924710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98ECDD0-17F6-3312-AE6D-F7EB95E46C0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50717" y="924339"/>
            <a:ext cx="3990110" cy="5009322"/>
          </a:xfrm>
        </p:spPr>
        <p:txBody>
          <a:bodyPr/>
          <a:lstStyle/>
          <a:p>
            <a:r>
              <a:rPr lang="en-US" dirty="0"/>
              <a:t>Backend</a:t>
            </a: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CE3249A0-0B0D-17B4-B4D0-0CF8650DCC5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352175" y="192024"/>
            <a:ext cx="5620750" cy="2610214"/>
          </a:xfrm>
          <a:prstGeom prst="rect">
            <a:avLst/>
          </a:prstGeom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448D30F5-8BA0-E251-135C-679076C2EC74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813325" y="2902822"/>
            <a:ext cx="4124901" cy="3515216"/>
          </a:xfrm>
          <a:prstGeom prst="rect">
            <a:avLst/>
          </a:prstGeom>
        </p:spPr>
      </p:pic>
      <p:pic>
        <p:nvPicPr>
          <p:cNvPr id="4" name="Picture 3">
            <a:extLst>
              <a:ext uri="{FF2B5EF4-FFF2-40B4-BE49-F238E27FC236}">
                <a16:creationId xmlns:a16="http://schemas.microsoft.com/office/drawing/2014/main" id="{B6CDBBB8-411F-EFAE-8CD4-DF7FA7CBBB42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200260" y="256732"/>
            <a:ext cx="1895740" cy="634453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59076531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>
            <a:extLst>
              <a:ext uri="{FF2B5EF4-FFF2-40B4-BE49-F238E27FC236}">
                <a16:creationId xmlns:a16="http://schemas.microsoft.com/office/drawing/2014/main" id="{6BEA850F-83B8-8896-DADD-04683553E9D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29935" y="633845"/>
            <a:ext cx="3990110" cy="5663046"/>
          </a:xfrm>
        </p:spPr>
        <p:txBody>
          <a:bodyPr/>
          <a:lstStyle/>
          <a:p>
            <a:r>
              <a:rPr lang="en-US" dirty="0"/>
              <a:t>Frontend</a:t>
            </a:r>
          </a:p>
        </p:txBody>
      </p:sp>
      <p:pic>
        <p:nvPicPr>
          <p:cNvPr id="12" name="Picture 11">
            <a:extLst>
              <a:ext uri="{FF2B5EF4-FFF2-40B4-BE49-F238E27FC236}">
                <a16:creationId xmlns:a16="http://schemas.microsoft.com/office/drawing/2014/main" id="{85D6C4E2-F3B4-AAC2-78C8-5C64C7B4055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901184" y="442794"/>
            <a:ext cx="5303520" cy="2046042"/>
          </a:xfrm>
          <a:prstGeom prst="rect">
            <a:avLst/>
          </a:prstGeom>
        </p:spPr>
      </p:pic>
      <p:pic>
        <p:nvPicPr>
          <p:cNvPr id="14" name="Picture 13">
            <a:extLst>
              <a:ext uri="{FF2B5EF4-FFF2-40B4-BE49-F238E27FC236}">
                <a16:creationId xmlns:a16="http://schemas.microsoft.com/office/drawing/2014/main" id="{D7BA88CE-7B91-A98A-9BA9-4430B9042780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901183" y="2571801"/>
            <a:ext cx="5301111" cy="1585511"/>
          </a:xfrm>
          <a:prstGeom prst="rect">
            <a:avLst/>
          </a:prstGeom>
        </p:spPr>
      </p:pic>
      <p:pic>
        <p:nvPicPr>
          <p:cNvPr id="16" name="Picture 15">
            <a:extLst>
              <a:ext uri="{FF2B5EF4-FFF2-40B4-BE49-F238E27FC236}">
                <a16:creationId xmlns:a16="http://schemas.microsoft.com/office/drawing/2014/main" id="{E9A0234B-B39B-508B-D2F3-209987D0F8EE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901183" y="4286199"/>
            <a:ext cx="5301111" cy="212900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04434737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A663E25-7402-EAC9-107D-E3C80B9672C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29935" y="924339"/>
            <a:ext cx="3990110" cy="5009322"/>
          </a:xfrm>
        </p:spPr>
        <p:txBody>
          <a:bodyPr/>
          <a:lstStyle/>
          <a:p>
            <a:pPr lvl="0"/>
            <a:r>
              <a:rPr lang="en-US" noProof="0" dirty="0"/>
              <a:t>AI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BBD146A-879C-A0DC-7A0C-2E7729C4D125}"/>
              </a:ext>
            </a:extLst>
          </p:cNvPr>
          <p:cNvSpPr>
            <a:spLocks noGrp="1"/>
          </p:cNvSpPr>
          <p:nvPr>
            <p:ph sz="quarter" idx="10"/>
          </p:nvPr>
        </p:nvSpPr>
        <p:spPr>
          <a:xfrm>
            <a:off x="5380706" y="1371602"/>
            <a:ext cx="6177310" cy="1953489"/>
          </a:xfrm>
        </p:spPr>
        <p:txBody>
          <a:bodyPr/>
          <a:lstStyle/>
          <a:p>
            <a:pPr lvl="0"/>
            <a:r>
              <a:rPr lang="en-US" noProof="0" dirty="0"/>
              <a:t>Pleasant to look at</a:t>
            </a:r>
          </a:p>
          <a:p>
            <a:pPr lvl="0"/>
            <a:endParaRPr lang="en-US" noProof="0" dirty="0"/>
          </a:p>
          <a:p>
            <a:pPr lvl="0"/>
            <a:r>
              <a:rPr lang="en-US" dirty="0"/>
              <a:t>Options I didn’t think of</a:t>
            </a:r>
          </a:p>
          <a:p>
            <a:pPr lvl="0"/>
            <a:endParaRPr lang="en-US" noProof="0" dirty="0"/>
          </a:p>
          <a:p>
            <a:pPr lvl="0"/>
            <a:r>
              <a:rPr lang="en-US" noProof="0" dirty="0"/>
              <a:t>Made quickly</a:t>
            </a:r>
          </a:p>
          <a:p>
            <a:pPr lvl="0"/>
            <a:endParaRPr lang="en-US" noProof="0" dirty="0"/>
          </a:p>
          <a:p>
            <a:pPr lvl="0"/>
            <a:endParaRPr lang="en-US" noProof="0" dirty="0"/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FCAFDB5C-106E-88F6-9353-25362AF2CB86}"/>
              </a:ext>
            </a:extLst>
          </p:cNvPr>
          <p:cNvSpPr>
            <a:spLocks noGrp="1"/>
          </p:cNvSpPr>
          <p:nvPr>
            <p:ph sz="quarter" idx="11"/>
          </p:nvPr>
        </p:nvSpPr>
        <p:spPr>
          <a:xfrm>
            <a:off x="5380705" y="3745924"/>
            <a:ext cx="6177310" cy="2238918"/>
          </a:xfrm>
        </p:spPr>
        <p:txBody>
          <a:bodyPr/>
          <a:lstStyle/>
          <a:p>
            <a:pPr lvl="0"/>
            <a:r>
              <a:rPr lang="en-US" noProof="0" dirty="0"/>
              <a:t>Bland</a:t>
            </a:r>
            <a:r>
              <a:rPr lang="en-US" dirty="0"/>
              <a:t>/Generic</a:t>
            </a:r>
          </a:p>
          <a:p>
            <a:pPr lvl="0"/>
            <a:endParaRPr lang="en-US" noProof="0" dirty="0"/>
          </a:p>
          <a:p>
            <a:pPr lvl="0"/>
            <a:r>
              <a:rPr lang="en-US" dirty="0"/>
              <a:t>Buttons don’t work</a:t>
            </a:r>
          </a:p>
          <a:p>
            <a:pPr lvl="0"/>
            <a:endParaRPr lang="en-US" noProof="0" dirty="0"/>
          </a:p>
          <a:p>
            <a:pPr lvl="0"/>
            <a:r>
              <a:rPr lang="en-US" dirty="0"/>
              <a:t>Extremely brief explanations </a:t>
            </a:r>
            <a:endParaRPr lang="en-US" noProof="0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0C152A99-4383-AF80-B220-3AFDC875A0A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-113034" y="376142"/>
            <a:ext cx="5276045" cy="2087862"/>
          </a:xfrm>
          <a:prstGeom prst="rect">
            <a:avLst/>
          </a:prstGeom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B8A9FBDF-CAE7-4A50-374B-AC9774E8B12B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424437" y="4003668"/>
            <a:ext cx="2201104" cy="1085106"/>
          </a:xfrm>
          <a:prstGeom prst="rect">
            <a:avLst/>
          </a:prstGeom>
        </p:spPr>
      </p:pic>
      <p:pic>
        <p:nvPicPr>
          <p:cNvPr id="10" name="Picture 9">
            <a:extLst>
              <a:ext uri="{FF2B5EF4-FFF2-40B4-BE49-F238E27FC236}">
                <a16:creationId xmlns:a16="http://schemas.microsoft.com/office/drawing/2014/main" id="{C18D1349-2BD5-F36B-751A-22BE9BEF1D4A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264967" y="5336059"/>
            <a:ext cx="4520045" cy="119520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17802180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90E1BB1-C5B6-C34A-6087-4868288761A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29935" y="571499"/>
            <a:ext cx="11118274" cy="1154114"/>
          </a:xfrm>
        </p:spPr>
        <p:txBody>
          <a:bodyPr/>
          <a:lstStyle/>
          <a:p>
            <a:pPr lvl="0"/>
            <a:r>
              <a:rPr lang="en-US" noProof="0" dirty="0"/>
              <a:t>Final Thoughts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A77EDD1-5A8E-0F37-E892-65A530E36B20}"/>
              </a:ext>
            </a:extLst>
          </p:cNvPr>
          <p:cNvSpPr>
            <a:spLocks noGrp="1"/>
          </p:cNvSpPr>
          <p:nvPr>
            <p:ph sz="quarter" idx="17"/>
          </p:nvPr>
        </p:nvSpPr>
        <p:spPr>
          <a:xfrm>
            <a:off x="841667" y="2461056"/>
            <a:ext cx="10806542" cy="3721535"/>
          </a:xfrm>
        </p:spPr>
        <p:txBody>
          <a:bodyPr/>
          <a:lstStyle/>
          <a:p>
            <a:pPr lvl="0"/>
            <a:r>
              <a:rPr lang="en-US" noProof="0" dirty="0"/>
              <a:t>Overall pleased with my webpage</a:t>
            </a:r>
          </a:p>
          <a:p>
            <a:pPr marL="0" lvl="0" indent="0">
              <a:buNone/>
            </a:pPr>
            <a:endParaRPr lang="en-US" dirty="0"/>
          </a:p>
          <a:p>
            <a:pPr lvl="0"/>
            <a:r>
              <a:rPr lang="en-US" dirty="0"/>
              <a:t>Wish the YouTube links fully worked</a:t>
            </a:r>
          </a:p>
          <a:p>
            <a:pPr lvl="0"/>
            <a:endParaRPr lang="en-US" dirty="0"/>
          </a:p>
          <a:p>
            <a:pPr lvl="0"/>
            <a:r>
              <a:rPr lang="en-US" dirty="0"/>
              <a:t>Excited to see how everyone else’s turned out!</a:t>
            </a:r>
          </a:p>
        </p:txBody>
      </p:sp>
    </p:spTree>
    <p:extLst>
      <p:ext uri="{BB962C8B-B14F-4D97-AF65-F5344CB8AC3E}">
        <p14:creationId xmlns:p14="http://schemas.microsoft.com/office/powerpoint/2010/main" val="3119354052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3005011-03FC-652B-2538-4EAE68ABF80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70660" y="1017858"/>
            <a:ext cx="10650681" cy="2719255"/>
          </a:xfrm>
        </p:spPr>
        <p:txBody>
          <a:bodyPr/>
          <a:lstStyle/>
          <a:p>
            <a:pPr lvl="0"/>
            <a:r>
              <a:rPr lang="en-US" dirty="0"/>
              <a:t>Thank You</a:t>
            </a:r>
            <a:endParaRPr lang="en-US" noProof="0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411A2349-EF0B-F33D-13F9-826241461648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770660" y="4042066"/>
            <a:ext cx="10650681" cy="2296843"/>
          </a:xfrm>
        </p:spPr>
        <p:txBody>
          <a:bodyPr/>
          <a:lstStyle/>
          <a:p>
            <a:pPr lvl="0"/>
            <a:endParaRPr lang="en-US" noProof="0" dirty="0"/>
          </a:p>
        </p:txBody>
      </p:sp>
    </p:spTree>
    <p:extLst>
      <p:ext uri="{BB962C8B-B14F-4D97-AF65-F5344CB8AC3E}">
        <p14:creationId xmlns:p14="http://schemas.microsoft.com/office/powerpoint/2010/main" val="3663657925"/>
      </p:ext>
    </p:extLst>
  </p:cSld>
  <p:clrMapOvr>
    <a:masterClrMapping/>
  </p:clrMapOvr>
</p:sld>
</file>

<file path=ppt/theme/_rels/them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Quotable">
  <a:themeElements>
    <a:clrScheme name="Quotable">
      <a:dk1>
        <a:sysClr val="windowText" lastClr="000000"/>
      </a:dk1>
      <a:lt1>
        <a:sysClr val="window" lastClr="FFFFFF"/>
      </a:lt1>
      <a:dk2>
        <a:srgbClr val="212121"/>
      </a:dk2>
      <a:lt2>
        <a:srgbClr val="636363"/>
      </a:lt2>
      <a:accent1>
        <a:srgbClr val="00C6BB"/>
      </a:accent1>
      <a:accent2>
        <a:srgbClr val="6FEBA0"/>
      </a:accent2>
      <a:accent3>
        <a:srgbClr val="B6DF5E"/>
      </a:accent3>
      <a:accent4>
        <a:srgbClr val="EFB251"/>
      </a:accent4>
      <a:accent5>
        <a:srgbClr val="EF755F"/>
      </a:accent5>
      <a:accent6>
        <a:srgbClr val="ED515C"/>
      </a:accent6>
      <a:hlink>
        <a:srgbClr val="8F8F8F"/>
      </a:hlink>
      <a:folHlink>
        <a:srgbClr val="A5A5A5"/>
      </a:folHlink>
    </a:clrScheme>
    <a:fontScheme name="Quotable">
      <a:majorFont>
        <a:latin typeface="Century Gothic" panose="020B0502020202020204"/>
        <a:ea typeface=""/>
        <a:cs typeface=""/>
        <a:font script="Jpan" typeface="ＭＳ ゴシック"/>
        <a:font script="Hang" typeface="맑은 고딕"/>
        <a:font script="Hans" typeface="宋体"/>
        <a:font script="Hant" typeface="新細明體"/>
        <a:font script="Arab" typeface="Tahoma"/>
        <a:font script="Hebr" typeface="Gisha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Century Gothic" panose="020B0502020202020204"/>
        <a:ea typeface=""/>
        <a:cs typeface=""/>
        <a:font script="Jpan" typeface="ＭＳ ゴシック"/>
        <a:font script="Hang" typeface="맑은 고딕"/>
        <a:font script="Hans" typeface="宋体"/>
        <a:font script="Hant" typeface="新細明體"/>
        <a:font script="Arab" typeface="Tahoma"/>
        <a:font script="Hebr" typeface="Gisha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Verdana"/>
        <a:font script="Uigh" typeface="Microsoft Uighur"/>
        <a:font script="Geor" typeface="Sylfaen"/>
      </a:minorFont>
    </a:fontScheme>
    <a:fmtScheme name="Quotable">
      <a:fillStyleLst>
        <a:solidFill>
          <a:schemeClr val="phClr"/>
        </a:solidFill>
        <a:gradFill rotWithShape="1">
          <a:gsLst>
            <a:gs pos="0">
              <a:schemeClr val="phClr">
                <a:tint val="80000"/>
                <a:lumMod val="105000"/>
              </a:schemeClr>
            </a:gs>
            <a:gs pos="100000">
              <a:schemeClr val="phClr">
                <a:tint val="90000"/>
              </a:schemeClr>
            </a:gs>
          </a:gsLst>
          <a:lin ang="5400000" scaled="0"/>
        </a:gradFill>
        <a:blipFill rotWithShape="1">
          <a:blip xmlns:r="http://schemas.openxmlformats.org/officeDocument/2006/relationships" r:embed="rId1">
            <a:duotone>
              <a:schemeClr val="phClr">
                <a:tint val="98000"/>
                <a:lumMod val="102000"/>
              </a:schemeClr>
              <a:schemeClr val="phClr">
                <a:shade val="98000"/>
                <a:lumMod val="98000"/>
              </a:schemeClr>
            </a:duotone>
          </a:blip>
          <a:tile tx="0" ty="0" sx="100000" sy="100000" flip="none" algn="tl"/>
        </a:blipFill>
      </a:fillStyleLst>
      <a:lnStyleLst>
        <a:ln w="9525" cap="rnd" cmpd="sng" algn="ctr">
          <a:solidFill>
            <a:schemeClr val="phClr"/>
          </a:solidFill>
          <a:prstDash val="solid"/>
        </a:ln>
        <a:ln w="15875" cap="rnd" cmpd="sng" algn="ctr">
          <a:solidFill>
            <a:schemeClr val="phClr"/>
          </a:solidFill>
          <a:prstDash val="solid"/>
        </a:ln>
        <a:ln w="25400" cap="rnd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innerShdw blurRad="63500" dist="25400" dir="13500000">
              <a:srgbClr val="000000">
                <a:alpha val="75000"/>
              </a:srgbClr>
            </a:innerShdw>
          </a:effectLst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100000"/>
              </a:schemeClr>
            </a:gs>
            <a:gs pos="100000">
              <a:schemeClr val="phClr">
                <a:tint val="84000"/>
                <a:shade val="84000"/>
                <a:lumMod val="90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84000"/>
                <a:shade val="90000"/>
                <a:satMod val="120000"/>
                <a:lumMod val="90000"/>
              </a:schemeClr>
            </a:gs>
            <a:gs pos="100000">
              <a:schemeClr val="phClr"/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TM11381587_Win32_SL_v6" id="{5005B820-A0B7-49EA-8569-DCF0CD2DBB9D}" vid="{2E48C80D-E25D-44C4-BCFD-F1465E9B612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2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_ip_UnifiedCompliancePolicyUIAction xmlns="http://schemas.microsoft.com/sharepoint/v3" xsi:nil="true"/>
    <Image xmlns="71af3243-3dd4-4a8d-8c0d-dd76da1f02a5">
      <Url xsi:nil="true"/>
      <Description xsi:nil="true"/>
    </Image>
    <Status xmlns="71af3243-3dd4-4a8d-8c0d-dd76da1f02a5">Not started</Status>
    <Background xmlns="71af3243-3dd4-4a8d-8c0d-dd76da1f02a5">false</Background>
    <_ip_UnifiedCompliancePolicyProperties xmlns="http://schemas.microsoft.com/sharepoint/v3" xsi:nil="true"/>
    <ImageTagsTaxHTField xmlns="71af3243-3dd4-4a8d-8c0d-dd76da1f02a5">
      <Terms xmlns="http://schemas.microsoft.com/office/infopath/2007/PartnerControls"/>
    </ImageTagsTaxHTField>
    <TaxCatchAll xmlns="230e9df3-be65-4c73-a93b-d1236ebd677e" xsi:nil="true"/>
    <MediaServiceKeyPoints xmlns="71af3243-3dd4-4a8d-8c0d-dd76da1f02a5" xsi:nil="true"/>
  </documentManagement>
</p:properties>
</file>

<file path=customXml/item3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79F111ED35F8CC479449609E8A0923A6" ma:contentTypeVersion="28" ma:contentTypeDescription="Create a new document." ma:contentTypeScope="" ma:versionID="60f5a4f2d2b0abadcf532d48ebf9cb71">
  <xsd:schema xmlns:xsd="http://www.w3.org/2001/XMLSchema" xmlns:xs="http://www.w3.org/2001/XMLSchema" xmlns:p="http://schemas.microsoft.com/office/2006/metadata/properties" xmlns:ns1="http://schemas.microsoft.com/sharepoint/v3" xmlns:ns2="71af3243-3dd4-4a8d-8c0d-dd76da1f02a5" xmlns:ns3="16c05727-aa75-4e4a-9b5f-8a80a1165891" xmlns:ns4="230e9df3-be65-4c73-a93b-d1236ebd677e" targetNamespace="http://schemas.microsoft.com/office/2006/metadata/properties" ma:root="true" ma:fieldsID="7dd78129e6a1811f84807ad11c651531" ns1:_="" ns2:_="" ns3:_="" ns4:_="">
    <xsd:import namespace="http://schemas.microsoft.com/sharepoint/v3"/>
    <xsd:import namespace="71af3243-3dd4-4a8d-8c0d-dd76da1f02a5"/>
    <xsd:import namespace="16c05727-aa75-4e4a-9b5f-8a80a1165891"/>
    <xsd:import namespace="230e9df3-be65-4c73-a93b-d1236ebd677e"/>
    <xsd:element name="properties">
      <xsd:complexType>
        <xsd:sequence>
          <xsd:element name="documentManagement">
            <xsd:complexType>
              <xsd:all>
                <xsd:element ref="ns2:Status" minOccurs="0"/>
                <xsd:element ref="ns2:Image" minOccurs="0"/>
                <xsd:element ref="ns2:MediaServiceMetadata" minOccurs="0"/>
                <xsd:element ref="ns2:MediaServiceFastMetadata" minOccurs="0"/>
                <xsd:element ref="ns2:MediaServiceOCR" minOccurs="0"/>
                <xsd:element ref="ns2:MediaServiceAutoTags" minOccurs="0"/>
                <xsd:element ref="ns2:MediaServiceEventHashCode" minOccurs="0"/>
                <xsd:element ref="ns2:MediaServiceGenerationTime" minOccurs="0"/>
                <xsd:element ref="ns3:SharedWithUsers" minOccurs="0"/>
                <xsd:element ref="ns3:SharedWithDetails" minOccurs="0"/>
                <xsd:element ref="ns2:MediaServiceAutoKeyPoints" minOccurs="0"/>
                <xsd:element ref="ns2:MediaServiceKeyPoints" minOccurs="0"/>
                <xsd:element ref="ns2:MediaServiceDateTaken" minOccurs="0"/>
                <xsd:element ref="ns1:_ip_UnifiedCompliancePolicyProperties" minOccurs="0"/>
                <xsd:element ref="ns1:_ip_UnifiedCompliancePolicyUIAction" minOccurs="0"/>
                <xsd:element ref="ns4:TaxCatchAll" minOccurs="0"/>
                <xsd:element ref="ns2:ImageTagsTaxHTField" minOccurs="0"/>
                <xsd:element ref="ns2:MediaServiceLocation" minOccurs="0"/>
                <xsd:element ref="ns2:MediaLengthInSeconds" minOccurs="0"/>
                <xsd:element ref="ns2:Background" minOccurs="0"/>
                <xsd:element ref="ns2:MediaServiceSearchProperties" minOccurs="0"/>
                <xsd:element ref="ns2:MediaServiceDocTags" minOccurs="0"/>
                <xsd:element ref="ns2:MediaServiceObjectDetectorVersions" minOccurs="0"/>
                <xsd:element ref="ns2:MediaServiceSystemTags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http://schemas.microsoft.com/sharepoint/v3" elementFormDefault="qualified">
    <xsd:import namespace="http://schemas.microsoft.com/office/2006/documentManagement/types"/>
    <xsd:import namespace="http://schemas.microsoft.com/office/infopath/2007/PartnerControls"/>
    <xsd:element name="_ip_UnifiedCompliancePolicyProperties" ma:index="20" nillable="true" ma:displayName="Unified Compliance Policy Properties" ma:hidden="true" ma:internalName="_ip_UnifiedCompliancePolicyProperties" ma:readOnly="false">
      <xsd:simpleType>
        <xsd:restriction base="dms:Note"/>
      </xsd:simpleType>
    </xsd:element>
    <xsd:element name="_ip_UnifiedCompliancePolicyUIAction" ma:index="21" nillable="true" ma:displayName="Unified Compliance Policy UI Action" ma:hidden="true" ma:internalName="_ip_UnifiedCompliancePolicyUIAction" ma:readOnly="false">
      <xsd:simpleType>
        <xsd:restriction base="dms:Text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71af3243-3dd4-4a8d-8c0d-dd76da1f02a5" elementFormDefault="qualified">
    <xsd:import namespace="http://schemas.microsoft.com/office/2006/documentManagement/types"/>
    <xsd:import namespace="http://schemas.microsoft.com/office/infopath/2007/PartnerControls"/>
    <xsd:element name="Status" ma:index="2" nillable="true" ma:displayName="Status" ma:default="Not started" ma:format="Dropdown" ma:internalName="Status" ma:readOnly="false">
      <xsd:simpleType>
        <xsd:restriction base="dms:Choice">
          <xsd:enumeration value="Not started"/>
          <xsd:enumeration value="In Progress"/>
          <xsd:enumeration value="Completed"/>
        </xsd:restriction>
      </xsd:simpleType>
    </xsd:element>
    <xsd:element name="Image" ma:index="3" nillable="true" ma:displayName="Image" ma:format="Image" ma:internalName="Image" ma:readOnly="false">
      <xsd:complexType>
        <xsd:complexContent>
          <xsd:extension base="dms:URL">
            <xsd:sequence>
              <xsd:element name="Url" type="dms:ValidUrl" minOccurs="0" nillable="true"/>
              <xsd:element name="Description" type="xsd:string" nillable="true"/>
            </xsd:sequence>
          </xsd:extension>
        </xsd:complexContent>
      </xsd:complexType>
    </xsd:element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OCR" ma:index="10" nillable="true" ma:displayName="MediaServiceOCR" ma:hidden="true" ma:internalName="MediaServiceOCR" ma:readOnly="true">
      <xsd:simpleType>
        <xsd:restriction base="dms:Note"/>
      </xsd:simpleType>
    </xsd:element>
    <xsd:element name="MediaServiceAutoTags" ma:index="11" nillable="true" ma:displayName="MediaServiceAutoTags" ma:hidden="true" ma:internalName="MediaServiceAutoTags" ma:readOnly="true">
      <xsd:simpleType>
        <xsd:restriction base="dms:Text"/>
      </xsd:simpleType>
    </xsd:element>
    <xsd:element name="MediaServiceEventHashCode" ma:index="12" nillable="true" ma:displayName="MediaServiceEventHashCode" ma:hidden="true" ma:internalName="MediaServiceEventHashCode" ma:readOnly="true">
      <xsd:simpleType>
        <xsd:restriction base="dms:Text"/>
      </xsd:simpleType>
    </xsd:element>
    <xsd:element name="MediaServiceGenerationTime" ma:index="13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AutoKeyPoints" ma:index="16" nillable="true" ma:displayName="MediaServiceAutoKeyPoints" ma:hidden="true" ma:internalName="MediaServiceAutoKeyPoints" ma:readOnly="true">
      <xsd:simpleType>
        <xsd:restriction base="dms:Note"/>
      </xsd:simpleType>
    </xsd:element>
    <xsd:element name="MediaServiceKeyPoints" ma:index="17" nillable="true" ma:displayName="KeyPoints" ma:hidden="true" ma:internalName="MediaServiceKeyPoints" ma:readOnly="false">
      <xsd:simpleType>
        <xsd:restriction base="dms:Note"/>
      </xsd:simpleType>
    </xsd:element>
    <xsd:element name="MediaServiceDateTaken" ma:index="18" nillable="true" ma:displayName="MediaServiceDateTaken" ma:hidden="true" ma:internalName="MediaServiceDateTaken" ma:readOnly="true">
      <xsd:simpleType>
        <xsd:restriction base="dms:Text"/>
      </xsd:simpleType>
    </xsd:element>
    <xsd:element name="ImageTagsTaxHTField" ma:index="25" nillable="true" ma:taxonomy="true" ma:internalName="ImageTagsTaxHTField" ma:taxonomyFieldName="MediaServiceImageTags" ma:displayName="Image Tags" ma:readOnly="false" ma:fieldId="{5cf76f15-5ced-4ddc-b409-7134ff3c332f}" ma:taxonomyMulti="true" ma:sspId="e385fb40-52d4-4fae-9c5b-3e8ff8a5878e" ma:termSetId="09814cd3-568e-fe90-9814-8d621ff8fb84" ma:anchorId="fba54fb3-c3e1-fe81-a776-ca4b69148c4d" ma:open="true" ma:isKeyword="false">
      <xsd:complexType>
        <xsd:sequence>
          <xsd:element ref="pc:Terms" minOccurs="0" maxOccurs="1"/>
        </xsd:sequence>
      </xsd:complexType>
    </xsd:element>
    <xsd:element name="MediaServiceLocation" ma:index="26" nillable="true" ma:displayName="Location" ma:hidden="true" ma:internalName="MediaServiceLocation" ma:readOnly="true">
      <xsd:simpleType>
        <xsd:restriction base="dms:Text"/>
      </xsd:simpleType>
    </xsd:element>
    <xsd:element name="MediaLengthInSeconds" ma:index="27" nillable="true" ma:displayName="MediaLengthInSeconds" ma:hidden="true" ma:internalName="MediaLengthInSeconds" ma:readOnly="true">
      <xsd:simpleType>
        <xsd:restriction base="dms:Unknown"/>
      </xsd:simpleType>
    </xsd:element>
    <xsd:element name="Background" ma:index="28" nillable="true" ma:displayName="Background" ma:default="0" ma:format="Dropdown" ma:internalName="Background">
      <xsd:simpleType>
        <xsd:restriction base="dms:Boolean"/>
      </xsd:simpleType>
    </xsd:element>
    <xsd:element name="MediaServiceSearchProperties" ma:index="29" nillable="true" ma:displayName="MediaServiceSearchProperties" ma:hidden="true" ma:internalName="MediaServiceSearchProperties" ma:readOnly="true">
      <xsd:simpleType>
        <xsd:restriction base="dms:Note"/>
      </xsd:simpleType>
    </xsd:element>
    <xsd:element name="MediaServiceDocTags" ma:index="30" nillable="true" ma:displayName="MediaServiceDocTags" ma:hidden="true" ma:internalName="MediaServiceDocTags" ma:readOnly="true">
      <xsd:simpleType>
        <xsd:restriction base="dms:Note"/>
      </xsd:simpleType>
    </xsd:element>
    <xsd:element name="MediaServiceObjectDetectorVersions" ma:index="31" nillable="true" ma:displayName="MediaServiceObjectDetectorVersions" ma:description="" ma:hidden="true" ma:indexed="true" ma:internalName="MediaServiceObjectDetectorVersions" ma:readOnly="true">
      <xsd:simpleType>
        <xsd:restriction base="dms:Text"/>
      </xsd:simpleType>
    </xsd:element>
    <xsd:element name="MediaServiceSystemTags" ma:index="32" nillable="true" ma:displayName="MediaServiceSystemTags" ma:hidden="true" ma:internalName="MediaServiceSystemTags" ma:readOnly="true">
      <xsd:simpleType>
        <xsd:restriction base="dms:Note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16c05727-aa75-4e4a-9b5f-8a80a1165891" elementFormDefault="qualified">
    <xsd:import namespace="http://schemas.microsoft.com/office/2006/documentManagement/types"/>
    <xsd:import namespace="http://schemas.microsoft.com/office/infopath/2007/PartnerControls"/>
    <xsd:element name="SharedWithUsers" ma:index="14" nillable="true" ma:displayName="Shared With" ma:hidden="true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15" nillable="true" ma:displayName="Shared With Details" ma:hidden="true" ma:internalName="SharedWithDetails" ma:readOnly="true">
      <xsd:simpleType>
        <xsd:restriction base="dms:Note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230e9df3-be65-4c73-a93b-d1236ebd677e" elementFormDefault="qualified">
    <xsd:import namespace="http://schemas.microsoft.com/office/2006/documentManagement/types"/>
    <xsd:import namespace="http://schemas.microsoft.com/office/infopath/2007/PartnerControls"/>
    <xsd:element name="TaxCatchAll" ma:index="23" nillable="true" ma:displayName="Taxonomy Catch All Column" ma:hidden="true" ma:list="{3f6bfcbc-3db3-4ae6-bd76-326f0798ad28}" ma:internalName="TaxCatchAll" ma:readOnly="false" ma:showField="CatchAllData" ma:web="16c05727-aa75-4e4a-9b5f-8a80a1165891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displayName="Content Type"/>
        <xsd:element ref="dc:title" minOccurs="0" maxOccurs="1" ma:index="1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Props1.xml><?xml version="1.0" encoding="utf-8"?>
<ds:datastoreItem xmlns:ds="http://schemas.openxmlformats.org/officeDocument/2006/customXml" ds:itemID="{F29F0C84-2C14-4FB8-88C2-9577181F2CC2}">
  <ds:schemaRefs>
    <ds:schemaRef ds:uri="http://schemas.microsoft.com/sharepoint/v3/contenttype/forms"/>
  </ds:schemaRefs>
</ds:datastoreItem>
</file>

<file path=customXml/itemProps2.xml><?xml version="1.0" encoding="utf-8"?>
<ds:datastoreItem xmlns:ds="http://schemas.openxmlformats.org/officeDocument/2006/customXml" ds:itemID="{E4ACCF44-01D5-4C40-9EAC-D3C3683409FE}">
  <ds:schemaRefs>
    <ds:schemaRef ds:uri="http://schemas.microsoft.com/office/2006/metadata/properties"/>
    <ds:schemaRef ds:uri="http://schemas.microsoft.com/office/infopath/2007/PartnerControls"/>
    <ds:schemaRef ds:uri="http://schemas.microsoft.com/sharepoint/v3"/>
    <ds:schemaRef ds:uri="71af3243-3dd4-4a8d-8c0d-dd76da1f02a5"/>
    <ds:schemaRef ds:uri="230e9df3-be65-4c73-a93b-d1236ebd677e"/>
  </ds:schemaRefs>
</ds:datastoreItem>
</file>

<file path=customXml/itemProps3.xml><?xml version="1.0" encoding="utf-8"?>
<ds:datastoreItem xmlns:ds="http://schemas.openxmlformats.org/officeDocument/2006/customXml" ds:itemID="{272B3831-C4F2-498C-8E5F-F8D6F9054839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http://schemas.microsoft.com/sharepoint/v3"/>
    <ds:schemaRef ds:uri="71af3243-3dd4-4a8d-8c0d-dd76da1f02a5"/>
    <ds:schemaRef ds:uri="16c05727-aa75-4e4a-9b5f-8a80a1165891"/>
    <ds:schemaRef ds:uri="230e9df3-be65-4c73-a93b-d1236ebd677e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docMetadata/LabelInfo.xml><?xml version="1.0" encoding="utf-8"?>
<clbl:labelList xmlns:clbl="http://schemas.microsoft.com/office/2020/mipLabelMetadata"/>
</file>

<file path=docProps/app.xml><?xml version="1.0" encoding="utf-8"?>
<Properties xmlns="http://schemas.openxmlformats.org/officeDocument/2006/extended-properties" xmlns:vt="http://schemas.openxmlformats.org/officeDocument/2006/docPropsVTypes">
  <Template>{6D62DB09-4C3F-4B5A-B027-7A526D68D545}TF4e23ad37-c1a6-42e6-a6ec-6518d97eca9ec3cad5d6_win32-e4fb00466b0d</Template>
  <TotalTime>25</TotalTime>
  <Words>96</Words>
  <Application>Microsoft Office PowerPoint</Application>
  <PresentationFormat>Widescreen</PresentationFormat>
  <Paragraphs>34</Paragraphs>
  <Slides>7</Slides>
  <Notes>7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7</vt:i4>
      </vt:variant>
    </vt:vector>
  </HeadingPairs>
  <TitlesOfParts>
    <vt:vector size="13" baseType="lpstr">
      <vt:lpstr>Aptos</vt:lpstr>
      <vt:lpstr>Arial</vt:lpstr>
      <vt:lpstr>Calibri</vt:lpstr>
      <vt:lpstr>Century Gothic</vt:lpstr>
      <vt:lpstr>Wingdings 2</vt:lpstr>
      <vt:lpstr>Quotable</vt:lpstr>
      <vt:lpstr>CSE-490 Midterm</vt:lpstr>
      <vt:lpstr>Deliverables</vt:lpstr>
      <vt:lpstr>Backend</vt:lpstr>
      <vt:lpstr>Frontend</vt:lpstr>
      <vt:lpstr>AI</vt:lpstr>
      <vt:lpstr>Final Thoughts</vt:lpstr>
      <vt:lpstr>Thank You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Alexander, Trevor</dc:creator>
  <cp:lastModifiedBy>Alexander, Trevor</cp:lastModifiedBy>
  <cp:revision>1</cp:revision>
  <dcterms:created xsi:type="dcterms:W3CDTF">2026-02-27T16:14:26Z</dcterms:created>
  <dcterms:modified xsi:type="dcterms:W3CDTF">2026-02-27T16:56:57Z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0x01010079F111ED35F8CC479449609E8A0923A6</vt:lpwstr>
  </property>
</Properties>
</file>