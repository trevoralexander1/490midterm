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2"/>
  </p:notesMasterIdLst>
  <p:handoutMasterIdLst>
    <p:handoutMasterId r:id="rId13"/>
  </p:handoutMasterIdLst>
  <p:sldIdLst>
    <p:sldId id="340" r:id="rId5"/>
    <p:sldId id="341" r:id="rId6"/>
    <p:sldId id="343" r:id="rId7"/>
    <p:sldId id="346" r:id="rId8"/>
    <p:sldId id="348" r:id="rId9"/>
    <p:sldId id="354" r:id="rId10"/>
    <p:sldId id="35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E0B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E53141-F212-467A-8587-5364C2373E8E}" v="1" dt="2026-02-27T16:15:02.749"/>
  </p1510:revLst>
</p1510:revInfo>
</file>

<file path=ppt/tableStyles.xml><?xml version="1.0" encoding="utf-8"?>
<a:tblStyleLst xmlns:a="http://schemas.openxmlformats.org/drawingml/2006/main" def="{1E171933-4619-4E11-9A3F-F7608DF75F80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 autoAdjust="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outlineViewPr>
    <p:cViewPr>
      <p:scale>
        <a:sx n="33" d="100"/>
        <a:sy n="33" d="100"/>
      </p:scale>
      <p:origin x="0" y="-11376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6264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ander, Trevor" userId="5dcb1fe5-523b-4f45-809c-ee022a60eca1" providerId="ADAL" clId="{172D939C-9E74-4030-A11E-16C4C559BB23}"/>
    <pc:docChg chg="undo custSel delSld modSld">
      <pc:chgData name="Alexander, Trevor" userId="5dcb1fe5-523b-4f45-809c-ee022a60eca1" providerId="ADAL" clId="{172D939C-9E74-4030-A11E-16C4C559BB23}" dt="2026-02-27T16:39:46.957" v="896" actId="20577"/>
      <pc:docMkLst>
        <pc:docMk/>
      </pc:docMkLst>
      <pc:sldChg chg="addSp modSp mod">
        <pc:chgData name="Alexander, Trevor" userId="5dcb1fe5-523b-4f45-809c-ee022a60eca1" providerId="ADAL" clId="{172D939C-9E74-4030-A11E-16C4C559BB23}" dt="2026-02-27T16:15:24.498" v="21" actId="207"/>
        <pc:sldMkLst>
          <pc:docMk/>
          <pc:sldMk cId="431835888" sldId="340"/>
        </pc:sldMkLst>
        <pc:spChg chg="add mod">
          <ac:chgData name="Alexander, Trevor" userId="5dcb1fe5-523b-4f45-809c-ee022a60eca1" providerId="ADAL" clId="{172D939C-9E74-4030-A11E-16C4C559BB23}" dt="2026-02-27T16:15:24.498" v="21" actId="207"/>
          <ac:spMkLst>
            <pc:docMk/>
            <pc:sldMk cId="431835888" sldId="340"/>
            <ac:spMk id="3" creationId="{A58DCBEB-9D1D-7431-457C-9302C013C755}"/>
          </ac:spMkLst>
        </pc:spChg>
      </pc:sldChg>
      <pc:sldChg chg="modSp mod">
        <pc:chgData name="Alexander, Trevor" userId="5dcb1fe5-523b-4f45-809c-ee022a60eca1" providerId="ADAL" clId="{172D939C-9E74-4030-A11E-16C4C559BB23}" dt="2026-02-27T16:19:55.939" v="423" actId="20577"/>
        <pc:sldMkLst>
          <pc:docMk/>
          <pc:sldMk cId="909924710" sldId="341"/>
        </pc:sldMkLst>
        <pc:spChg chg="mod">
          <ac:chgData name="Alexander, Trevor" userId="5dcb1fe5-523b-4f45-809c-ee022a60eca1" providerId="ADAL" clId="{172D939C-9E74-4030-A11E-16C4C559BB23}" dt="2026-02-27T16:19:55.939" v="423" actId="20577"/>
          <ac:spMkLst>
            <pc:docMk/>
            <pc:sldMk cId="909924710" sldId="341"/>
            <ac:spMk id="2" creationId="{562B7740-ED88-9F6A-89FF-4B0DFAAC36EA}"/>
          </ac:spMkLst>
        </pc:spChg>
        <pc:spChg chg="mod">
          <ac:chgData name="Alexander, Trevor" userId="5dcb1fe5-523b-4f45-809c-ee022a60eca1" providerId="ADAL" clId="{172D939C-9E74-4030-A11E-16C4C559BB23}" dt="2026-02-27T16:19:52.605" v="422" actId="20577"/>
          <ac:spMkLst>
            <pc:docMk/>
            <pc:sldMk cId="909924710" sldId="341"/>
            <ac:spMk id="3" creationId="{39A25282-EE8D-71BA-6317-EECFE33238DC}"/>
          </ac:spMkLst>
        </pc:spChg>
      </pc:sldChg>
      <pc:sldChg chg="del">
        <pc:chgData name="Alexander, Trevor" userId="5dcb1fe5-523b-4f45-809c-ee022a60eca1" providerId="ADAL" clId="{172D939C-9E74-4030-A11E-16C4C559BB23}" dt="2026-02-27T16:20:22.828" v="424" actId="47"/>
        <pc:sldMkLst>
          <pc:docMk/>
          <pc:sldMk cId="1173936384" sldId="342"/>
        </pc:sldMkLst>
      </pc:sldChg>
      <pc:sldChg chg="addSp delSp modSp mod">
        <pc:chgData name="Alexander, Trevor" userId="5dcb1fe5-523b-4f45-809c-ee022a60eca1" providerId="ADAL" clId="{172D939C-9E74-4030-A11E-16C4C559BB23}" dt="2026-02-27T16:25:17.108" v="450" actId="1076"/>
        <pc:sldMkLst>
          <pc:docMk/>
          <pc:sldMk cId="959076531" sldId="343"/>
        </pc:sldMkLst>
        <pc:spChg chg="mod">
          <ac:chgData name="Alexander, Trevor" userId="5dcb1fe5-523b-4f45-809c-ee022a60eca1" providerId="ADAL" clId="{172D939C-9E74-4030-A11E-16C4C559BB23}" dt="2026-02-27T16:21:07.266" v="435" actId="14100"/>
          <ac:spMkLst>
            <pc:docMk/>
            <pc:sldMk cId="959076531" sldId="343"/>
            <ac:spMk id="2" creationId="{798ECDD0-17F6-3312-AE6D-F7EB95E46C02}"/>
          </ac:spMkLst>
        </pc:spChg>
        <pc:spChg chg="del mod">
          <ac:chgData name="Alexander, Trevor" userId="5dcb1fe5-523b-4f45-809c-ee022a60eca1" providerId="ADAL" clId="{172D939C-9E74-4030-A11E-16C4C559BB23}" dt="2026-02-27T16:21:00.065" v="433" actId="478"/>
          <ac:spMkLst>
            <pc:docMk/>
            <pc:sldMk cId="959076531" sldId="343"/>
            <ac:spMk id="3" creationId="{EB336AA5-9DDA-DA9A-5469-6885A5A84D1D}"/>
          </ac:spMkLst>
        </pc:spChg>
        <pc:picChg chg="add del mod">
          <ac:chgData name="Alexander, Trevor" userId="5dcb1fe5-523b-4f45-809c-ee022a60eca1" providerId="ADAL" clId="{172D939C-9E74-4030-A11E-16C4C559BB23}" dt="2026-02-27T16:23:49.490" v="447" actId="478"/>
          <ac:picMkLst>
            <pc:docMk/>
            <pc:sldMk cId="959076531" sldId="343"/>
            <ac:picMk id="5" creationId="{BEF48623-7AEF-5BC8-ABFB-0E4193B8AB9C}"/>
          </ac:picMkLst>
        </pc:picChg>
        <pc:picChg chg="add mod">
          <ac:chgData name="Alexander, Trevor" userId="5dcb1fe5-523b-4f45-809c-ee022a60eca1" providerId="ADAL" clId="{172D939C-9E74-4030-A11E-16C4C559BB23}" dt="2026-02-27T16:22:33.488" v="443" actId="14100"/>
          <ac:picMkLst>
            <pc:docMk/>
            <pc:sldMk cId="959076531" sldId="343"/>
            <ac:picMk id="7" creationId="{CE3249A0-0B0D-17B4-B4D0-0CF8650DCC5F}"/>
          </ac:picMkLst>
        </pc:picChg>
        <pc:picChg chg="add mod">
          <ac:chgData name="Alexander, Trevor" userId="5dcb1fe5-523b-4f45-809c-ee022a60eca1" providerId="ADAL" clId="{172D939C-9E74-4030-A11E-16C4C559BB23}" dt="2026-02-27T16:23:14.830" v="446" actId="1076"/>
          <ac:picMkLst>
            <pc:docMk/>
            <pc:sldMk cId="959076531" sldId="343"/>
            <ac:picMk id="9" creationId="{448D30F5-8BA0-E251-135C-679076C2EC74}"/>
          </ac:picMkLst>
        </pc:picChg>
        <pc:picChg chg="add mod">
          <ac:chgData name="Alexander, Trevor" userId="5dcb1fe5-523b-4f45-809c-ee022a60eca1" providerId="ADAL" clId="{172D939C-9E74-4030-A11E-16C4C559BB23}" dt="2026-02-27T16:25:17.108" v="450" actId="1076"/>
          <ac:picMkLst>
            <pc:docMk/>
            <pc:sldMk cId="959076531" sldId="343"/>
            <ac:picMk id="11" creationId="{4F93A30B-6BCF-DFA5-655C-0421145DCBBA}"/>
          </ac:picMkLst>
        </pc:picChg>
      </pc:sldChg>
      <pc:sldChg chg="del">
        <pc:chgData name="Alexander, Trevor" userId="5dcb1fe5-523b-4f45-809c-ee022a60eca1" providerId="ADAL" clId="{172D939C-9E74-4030-A11E-16C4C559BB23}" dt="2026-02-27T16:27:18.898" v="451" actId="47"/>
        <pc:sldMkLst>
          <pc:docMk/>
          <pc:sldMk cId="3937483142" sldId="344"/>
        </pc:sldMkLst>
      </pc:sldChg>
      <pc:sldChg chg="addSp delSp modSp mod">
        <pc:chgData name="Alexander, Trevor" userId="5dcb1fe5-523b-4f45-809c-ee022a60eca1" providerId="ADAL" clId="{172D939C-9E74-4030-A11E-16C4C559BB23}" dt="2026-02-27T16:30:04.755" v="503" actId="1076"/>
        <pc:sldMkLst>
          <pc:docMk/>
          <pc:sldMk cId="4104434737" sldId="346"/>
        </pc:sldMkLst>
        <pc:spChg chg="add mod">
          <ac:chgData name="Alexander, Trevor" userId="5dcb1fe5-523b-4f45-809c-ee022a60eca1" providerId="ADAL" clId="{172D939C-9E74-4030-A11E-16C4C559BB23}" dt="2026-02-27T16:27:49.940" v="474" actId="20577"/>
          <ac:spMkLst>
            <pc:docMk/>
            <pc:sldMk cId="4104434737" sldId="346"/>
            <ac:spMk id="3" creationId="{6BEA850F-83B8-8896-DADD-04683553E9D5}"/>
          </ac:spMkLst>
        </pc:spChg>
        <pc:spChg chg="del mod">
          <ac:chgData name="Alexander, Trevor" userId="5dcb1fe5-523b-4f45-809c-ee022a60eca1" providerId="ADAL" clId="{172D939C-9E74-4030-A11E-16C4C559BB23}" dt="2026-02-27T16:27:31.672" v="462" actId="478"/>
          <ac:spMkLst>
            <pc:docMk/>
            <pc:sldMk cId="4104434737" sldId="346"/>
            <ac:spMk id="6" creationId="{707FBB55-EF55-03D8-7D3C-29341A40D63E}"/>
          </ac:spMkLst>
        </pc:spChg>
        <pc:spChg chg="del mod">
          <ac:chgData name="Alexander, Trevor" userId="5dcb1fe5-523b-4f45-809c-ee022a60eca1" providerId="ADAL" clId="{172D939C-9E74-4030-A11E-16C4C559BB23}" dt="2026-02-27T16:27:36.511" v="464" actId="478"/>
          <ac:spMkLst>
            <pc:docMk/>
            <pc:sldMk cId="4104434737" sldId="346"/>
            <ac:spMk id="7" creationId="{AD6AD7D9-DEA3-79A4-785F-0EA945171020}"/>
          </ac:spMkLst>
        </pc:spChg>
        <pc:spChg chg="add del mod">
          <ac:chgData name="Alexander, Trevor" userId="5dcb1fe5-523b-4f45-809c-ee022a60eca1" providerId="ADAL" clId="{172D939C-9E74-4030-A11E-16C4C559BB23}" dt="2026-02-27T16:27:46.383" v="466" actId="478"/>
          <ac:spMkLst>
            <pc:docMk/>
            <pc:sldMk cId="4104434737" sldId="346"/>
            <ac:spMk id="8" creationId="{05901BDE-30F6-6FFD-5326-FAE8D7ADBA21}"/>
          </ac:spMkLst>
        </pc:spChg>
        <pc:spChg chg="add del mod">
          <ac:chgData name="Alexander, Trevor" userId="5dcb1fe5-523b-4f45-809c-ee022a60eca1" providerId="ADAL" clId="{172D939C-9E74-4030-A11E-16C4C559BB23}" dt="2026-02-27T16:27:55.443" v="476" actId="478"/>
          <ac:spMkLst>
            <pc:docMk/>
            <pc:sldMk cId="4104434737" sldId="346"/>
            <ac:spMk id="10" creationId="{821B68D2-7B18-1A8B-7140-8C24E4E87138}"/>
          </ac:spMkLst>
        </pc:spChg>
        <pc:graphicFrameChg chg="del">
          <ac:chgData name="Alexander, Trevor" userId="5dcb1fe5-523b-4f45-809c-ee022a60eca1" providerId="ADAL" clId="{172D939C-9E74-4030-A11E-16C4C559BB23}" dt="2026-02-27T16:27:52.998" v="475" actId="478"/>
          <ac:graphicFrameMkLst>
            <pc:docMk/>
            <pc:sldMk cId="4104434737" sldId="346"/>
            <ac:graphicFrameMk id="4" creationId="{0AA14396-9ECF-6200-84F1-4A2C71CE5B8B}"/>
          </ac:graphicFrameMkLst>
        </pc:graphicFrameChg>
        <pc:picChg chg="add mod">
          <ac:chgData name="Alexander, Trevor" userId="5dcb1fe5-523b-4f45-809c-ee022a60eca1" providerId="ADAL" clId="{172D939C-9E74-4030-A11E-16C4C559BB23}" dt="2026-02-27T16:29:57.843" v="501" actId="1076"/>
          <ac:picMkLst>
            <pc:docMk/>
            <pc:sldMk cId="4104434737" sldId="346"/>
            <ac:picMk id="12" creationId="{85D6C4E2-F3B4-AAC2-78C8-5C64C7B4055F}"/>
          </ac:picMkLst>
        </pc:picChg>
        <pc:picChg chg="add mod">
          <ac:chgData name="Alexander, Trevor" userId="5dcb1fe5-523b-4f45-809c-ee022a60eca1" providerId="ADAL" clId="{172D939C-9E74-4030-A11E-16C4C559BB23}" dt="2026-02-27T16:30:00.935" v="502" actId="1076"/>
          <ac:picMkLst>
            <pc:docMk/>
            <pc:sldMk cId="4104434737" sldId="346"/>
            <ac:picMk id="14" creationId="{D7BA88CE-7B91-A98A-9BA9-4430B9042780}"/>
          </ac:picMkLst>
        </pc:picChg>
        <pc:picChg chg="add mod">
          <ac:chgData name="Alexander, Trevor" userId="5dcb1fe5-523b-4f45-809c-ee022a60eca1" providerId="ADAL" clId="{172D939C-9E74-4030-A11E-16C4C559BB23}" dt="2026-02-27T16:30:04.755" v="503" actId="1076"/>
          <ac:picMkLst>
            <pc:docMk/>
            <pc:sldMk cId="4104434737" sldId="346"/>
            <ac:picMk id="16" creationId="{E9A0234B-B39B-508B-D2F3-209987D0F8EE}"/>
          </ac:picMkLst>
        </pc:picChg>
      </pc:sldChg>
      <pc:sldChg chg="del">
        <pc:chgData name="Alexander, Trevor" userId="5dcb1fe5-523b-4f45-809c-ee022a60eca1" providerId="ADAL" clId="{172D939C-9E74-4030-A11E-16C4C559BB23}" dt="2026-02-27T16:30:32.029" v="504" actId="47"/>
        <pc:sldMkLst>
          <pc:docMk/>
          <pc:sldMk cId="1014413726" sldId="347"/>
        </pc:sldMkLst>
      </pc:sldChg>
      <pc:sldChg chg="addSp modSp mod">
        <pc:chgData name="Alexander, Trevor" userId="5dcb1fe5-523b-4f45-809c-ee022a60eca1" providerId="ADAL" clId="{172D939C-9E74-4030-A11E-16C4C559BB23}" dt="2026-02-27T16:36:37.073" v="719" actId="313"/>
        <pc:sldMkLst>
          <pc:docMk/>
          <pc:sldMk cId="3117802180" sldId="348"/>
        </pc:sldMkLst>
        <pc:spChg chg="mod">
          <ac:chgData name="Alexander, Trevor" userId="5dcb1fe5-523b-4f45-809c-ee022a60eca1" providerId="ADAL" clId="{172D939C-9E74-4030-A11E-16C4C559BB23}" dt="2026-02-27T16:31:03.034" v="518" actId="20577"/>
          <ac:spMkLst>
            <pc:docMk/>
            <pc:sldMk cId="3117802180" sldId="348"/>
            <ac:spMk id="2" creationId="{4A663E25-7402-EAC9-107D-E3C80B9672C6}"/>
          </ac:spMkLst>
        </pc:spChg>
        <pc:spChg chg="mod">
          <ac:chgData name="Alexander, Trevor" userId="5dcb1fe5-523b-4f45-809c-ee022a60eca1" providerId="ADAL" clId="{172D939C-9E74-4030-A11E-16C4C559BB23}" dt="2026-02-27T16:35:10.039" v="643" actId="20577"/>
          <ac:spMkLst>
            <pc:docMk/>
            <pc:sldMk cId="3117802180" sldId="348"/>
            <ac:spMk id="3" creationId="{DBBD146A-879C-A0DC-7A0C-2E7729C4D125}"/>
          </ac:spMkLst>
        </pc:spChg>
        <pc:spChg chg="mod">
          <ac:chgData name="Alexander, Trevor" userId="5dcb1fe5-523b-4f45-809c-ee022a60eca1" providerId="ADAL" clId="{172D939C-9E74-4030-A11E-16C4C559BB23}" dt="2026-02-27T16:36:37.073" v="719" actId="313"/>
          <ac:spMkLst>
            <pc:docMk/>
            <pc:sldMk cId="3117802180" sldId="348"/>
            <ac:spMk id="6" creationId="{FCAFDB5C-106E-88F6-9353-25362AF2CB86}"/>
          </ac:spMkLst>
        </pc:spChg>
        <pc:picChg chg="add mod">
          <ac:chgData name="Alexander, Trevor" userId="5dcb1fe5-523b-4f45-809c-ee022a60eca1" providerId="ADAL" clId="{172D939C-9E74-4030-A11E-16C4C559BB23}" dt="2026-02-27T16:35:19.959" v="644" actId="1076"/>
          <ac:picMkLst>
            <pc:docMk/>
            <pc:sldMk cId="3117802180" sldId="348"/>
            <ac:picMk id="5" creationId="{0C152A99-4383-AF80-B220-3AFDC875A0A6}"/>
          </ac:picMkLst>
        </pc:picChg>
        <pc:picChg chg="add mod">
          <ac:chgData name="Alexander, Trevor" userId="5dcb1fe5-523b-4f45-809c-ee022a60eca1" providerId="ADAL" clId="{172D939C-9E74-4030-A11E-16C4C559BB23}" dt="2026-02-27T16:33:46.270" v="537" actId="1076"/>
          <ac:picMkLst>
            <pc:docMk/>
            <pc:sldMk cId="3117802180" sldId="348"/>
            <ac:picMk id="8" creationId="{B8A9FBDF-CAE7-4A50-374B-AC9774E8B12B}"/>
          </ac:picMkLst>
        </pc:picChg>
        <pc:picChg chg="add mod">
          <ac:chgData name="Alexander, Trevor" userId="5dcb1fe5-523b-4f45-809c-ee022a60eca1" providerId="ADAL" clId="{172D939C-9E74-4030-A11E-16C4C559BB23}" dt="2026-02-27T16:33:41.966" v="536" actId="1076"/>
          <ac:picMkLst>
            <pc:docMk/>
            <pc:sldMk cId="3117802180" sldId="348"/>
            <ac:picMk id="10" creationId="{C18D1349-2BD5-F36B-751A-22BE9BEF1D4A}"/>
          </ac:picMkLst>
        </pc:picChg>
      </pc:sldChg>
      <pc:sldChg chg="del">
        <pc:chgData name="Alexander, Trevor" userId="5dcb1fe5-523b-4f45-809c-ee022a60eca1" providerId="ADAL" clId="{172D939C-9E74-4030-A11E-16C4C559BB23}" dt="2026-02-27T16:37:12.304" v="720" actId="47"/>
        <pc:sldMkLst>
          <pc:docMk/>
          <pc:sldMk cId="1722147624" sldId="350"/>
        </pc:sldMkLst>
      </pc:sldChg>
      <pc:sldChg chg="del">
        <pc:chgData name="Alexander, Trevor" userId="5dcb1fe5-523b-4f45-809c-ee022a60eca1" providerId="ADAL" clId="{172D939C-9E74-4030-A11E-16C4C559BB23}" dt="2026-02-27T16:37:13.873" v="721" actId="47"/>
        <pc:sldMkLst>
          <pc:docMk/>
          <pc:sldMk cId="2610945053" sldId="351"/>
        </pc:sldMkLst>
      </pc:sldChg>
      <pc:sldChg chg="del">
        <pc:chgData name="Alexander, Trevor" userId="5dcb1fe5-523b-4f45-809c-ee022a60eca1" providerId="ADAL" clId="{172D939C-9E74-4030-A11E-16C4C559BB23}" dt="2026-02-27T16:37:15.065" v="722" actId="47"/>
        <pc:sldMkLst>
          <pc:docMk/>
          <pc:sldMk cId="3000970981" sldId="352"/>
        </pc:sldMkLst>
      </pc:sldChg>
      <pc:sldChg chg="del">
        <pc:chgData name="Alexander, Trevor" userId="5dcb1fe5-523b-4f45-809c-ee022a60eca1" providerId="ADAL" clId="{172D939C-9E74-4030-A11E-16C4C559BB23}" dt="2026-02-27T16:37:16.162" v="723" actId="47"/>
        <pc:sldMkLst>
          <pc:docMk/>
          <pc:sldMk cId="3802808557" sldId="353"/>
        </pc:sldMkLst>
      </pc:sldChg>
      <pc:sldChg chg="addSp delSp modSp mod">
        <pc:chgData name="Alexander, Trevor" userId="5dcb1fe5-523b-4f45-809c-ee022a60eca1" providerId="ADAL" clId="{172D939C-9E74-4030-A11E-16C4C559BB23}" dt="2026-02-27T16:39:40.305" v="895" actId="20577"/>
        <pc:sldMkLst>
          <pc:docMk/>
          <pc:sldMk cId="3119354052" sldId="354"/>
        </pc:sldMkLst>
        <pc:spChg chg="mod">
          <ac:chgData name="Alexander, Trevor" userId="5dcb1fe5-523b-4f45-809c-ee022a60eca1" providerId="ADAL" clId="{172D939C-9E74-4030-A11E-16C4C559BB23}" dt="2026-02-27T16:37:21.173" v="736" actId="20577"/>
          <ac:spMkLst>
            <pc:docMk/>
            <pc:sldMk cId="3119354052" sldId="354"/>
            <ac:spMk id="2" creationId="{690E1BB1-C5B6-C34A-6087-4868288761AF}"/>
          </ac:spMkLst>
        </pc:spChg>
        <pc:spChg chg="mod">
          <ac:chgData name="Alexander, Trevor" userId="5dcb1fe5-523b-4f45-809c-ee022a60eca1" providerId="ADAL" clId="{172D939C-9E74-4030-A11E-16C4C559BB23}" dt="2026-02-27T16:39:40.305" v="895" actId="20577"/>
          <ac:spMkLst>
            <pc:docMk/>
            <pc:sldMk cId="3119354052" sldId="354"/>
            <ac:spMk id="3" creationId="{0A77EDD1-5A8E-0F37-E892-65A530E36B20}"/>
          </ac:spMkLst>
        </pc:spChg>
        <pc:spChg chg="del">
          <ac:chgData name="Alexander, Trevor" userId="5dcb1fe5-523b-4f45-809c-ee022a60eca1" providerId="ADAL" clId="{172D939C-9E74-4030-A11E-16C4C559BB23}" dt="2026-02-27T16:37:33.925" v="738" actId="478"/>
          <ac:spMkLst>
            <pc:docMk/>
            <pc:sldMk cId="3119354052" sldId="354"/>
            <ac:spMk id="4" creationId="{D548ADA2-B38F-A25B-C324-05E10CE9CD9F}"/>
          </ac:spMkLst>
        </pc:spChg>
        <pc:spChg chg="add del mod">
          <ac:chgData name="Alexander, Trevor" userId="5dcb1fe5-523b-4f45-809c-ee022a60eca1" providerId="ADAL" clId="{172D939C-9E74-4030-A11E-16C4C559BB23}" dt="2026-02-27T16:37:36.124" v="739" actId="478"/>
          <ac:spMkLst>
            <pc:docMk/>
            <pc:sldMk cId="3119354052" sldId="354"/>
            <ac:spMk id="6" creationId="{336035EF-CBC9-F35A-CDDE-14A13DC21697}"/>
          </ac:spMkLst>
        </pc:spChg>
      </pc:sldChg>
      <pc:sldChg chg="modSp mod">
        <pc:chgData name="Alexander, Trevor" userId="5dcb1fe5-523b-4f45-809c-ee022a60eca1" providerId="ADAL" clId="{172D939C-9E74-4030-A11E-16C4C559BB23}" dt="2026-02-27T16:39:46.957" v="896" actId="20577"/>
        <pc:sldMkLst>
          <pc:docMk/>
          <pc:sldMk cId="3663657925" sldId="355"/>
        </pc:sldMkLst>
        <pc:spChg chg="mod">
          <ac:chgData name="Alexander, Trevor" userId="5dcb1fe5-523b-4f45-809c-ee022a60eca1" providerId="ADAL" clId="{172D939C-9E74-4030-A11E-16C4C559BB23}" dt="2026-02-27T16:39:46.957" v="896" actId="20577"/>
          <ac:spMkLst>
            <pc:docMk/>
            <pc:sldMk cId="3663657925" sldId="355"/>
            <ac:spMk id="3" creationId="{411A2349-EF0B-F33D-13F9-826241461648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482B951-AFFF-3499-FDE3-02A7F0BD15F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E5896A-FCE2-110F-B202-A8E435372D6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E69F83-204D-4778-AAD0-A0F851A3AEEE}" type="datetimeFigureOut">
              <a:rPr lang="en-US" smtClean="0"/>
              <a:t>2/27/2026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1BFBA0-47AD-543A-6AE4-769D8F86580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8FC355-FEF6-ED8F-8D0E-F362E204A0F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669D59-B021-49CB-887D-52B8FEE1CE1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70690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E3C21-C3CB-4B8D-9033-56C1B3CE75FA}" type="datetimeFigureOut">
              <a:rPr lang="en-US" smtClean="0"/>
              <a:t>2/27/2026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732C3C-A191-48C2-A7E8-9C96AF841A7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63942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732C3C-A191-48C2-A7E8-9C96AF841A7A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60483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732C3C-A191-48C2-A7E8-9C96AF841A7A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64802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732C3C-A191-48C2-A7E8-9C96AF841A7A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7939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732C3C-A191-48C2-A7E8-9C96AF841A7A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2815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732C3C-A191-48C2-A7E8-9C96AF841A7A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7231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732C3C-A191-48C2-A7E8-9C96AF841A7A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47715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732C3C-A191-48C2-A7E8-9C96AF841A7A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118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BECDFC6B-0742-962E-44A1-19C9C173BB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0848" y="425303"/>
            <a:ext cx="11305217" cy="6007394"/>
          </a:xfrm>
          <a:prstGeom prst="rect">
            <a:avLst/>
          </a:prstGeom>
          <a:effectLst/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997EA3E-49E5-518D-63DB-0BD43D3ACF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0001" y="633046"/>
            <a:ext cx="10571998" cy="3366198"/>
          </a:xfrm>
          <a:ln>
            <a:noFill/>
          </a:ln>
          <a:effectLst/>
        </p:spPr>
        <p:txBody>
          <a:bodyPr/>
          <a:lstStyle>
            <a:lvl1pPr algn="ctr">
              <a:defRPr sz="7200" b="1" spc="-300" baseline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2369852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2ADBC817-DA57-A518-5544-0D3B819C70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5935" y="414670"/>
            <a:ext cx="11320130" cy="601802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4873FFF3-C7B6-C678-1B03-17FBD0D5AC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6174" y="425303"/>
            <a:ext cx="5379242" cy="598343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997EA3E-49E5-518D-63DB-0BD43D3ACF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4217" y="924167"/>
            <a:ext cx="4383156" cy="5009322"/>
          </a:xfrm>
          <a:solidFill>
            <a:schemeClr val="accent1">
              <a:lumMod val="50000"/>
            </a:schemeClr>
          </a:solidFill>
          <a:effectLst>
            <a:outerShdw blurRad="254000" dist="50800" dir="2700000" algn="ctr" rotWithShape="0">
              <a:prstClr val="black">
                <a:alpha val="25000"/>
              </a:prstClr>
            </a:outerShdw>
          </a:effectLst>
        </p:spPr>
        <p:txBody>
          <a:bodyPr anchor="ctr"/>
          <a:lstStyle>
            <a:lvl1pPr algn="ctr">
              <a:defRPr sz="3600" spc="0" baseline="0"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D0FE23B-34E3-BAAF-E01D-BE221B4A94E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00800" y="924512"/>
            <a:ext cx="4750904" cy="5008977"/>
          </a:xfrm>
        </p:spPr>
        <p:txBody>
          <a:bodyPr/>
          <a:lstStyle>
            <a:lvl1pPr marL="0" indent="0">
              <a:buNone/>
              <a:defRPr/>
            </a:lvl1pPr>
            <a:lvl2pPr marL="742950" indent="-285750">
              <a:buFont typeface="Arial" panose="020B0604020202020204" pitchFamily="34" charset="0"/>
              <a:buChar char="•"/>
              <a:defRPr/>
            </a:lvl2pPr>
            <a:lvl3pPr marL="1200150" indent="-285750">
              <a:buFont typeface="Arial" panose="020B0604020202020204" pitchFamily="34" charset="0"/>
              <a:buChar char="•"/>
              <a:defRPr/>
            </a:lvl3pPr>
            <a:lvl4pPr marL="1543050" indent="-171450">
              <a:buFont typeface="Arial" panose="020B0604020202020204" pitchFamily="34" charset="0"/>
              <a:buChar char="•"/>
              <a:defRPr/>
            </a:lvl4pPr>
            <a:lvl5pPr marL="2000250" indent="-1714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7798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105E210-05B5-5EA1-C778-30BB3A4942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5935" y="419987"/>
            <a:ext cx="11320130" cy="601802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8792193-1165-3487-6FB9-133CB518C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prstClr val="black"/>
              <a:schemeClr val="accent1">
                <a:tint val="45000"/>
                <a:satMod val="400000"/>
              </a:schemeClr>
            </a:duotone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3090924" y="-2235006"/>
            <a:ext cx="6010147" cy="11320132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997EA3E-49E5-518D-63DB-0BD43D3ACF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0001" y="1741064"/>
            <a:ext cx="10571998" cy="1928264"/>
          </a:xfrm>
          <a:ln>
            <a:noFill/>
          </a:ln>
          <a:effectLst/>
        </p:spPr>
        <p:txBody>
          <a:bodyPr/>
          <a:lstStyle>
            <a:lvl1pPr algn="ctr">
              <a:defRPr sz="3600" spc="0" baseline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10000" y="3694102"/>
            <a:ext cx="10572000" cy="896468"/>
          </a:xfrm>
          <a:effectLst/>
        </p:spPr>
        <p:txBody>
          <a:bodyPr anchor="ctr">
            <a:normAutofit/>
          </a:bodyPr>
          <a:lstStyle>
            <a:lvl1pPr marL="0" indent="0" algn="ctr">
              <a:buNone/>
              <a:defRPr sz="1800" b="1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480000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1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8905615-9FD2-EBB3-89AB-555B373EBB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23955" y="414670"/>
            <a:ext cx="7132110" cy="60180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B638DB-3E00-7F4B-D4B7-9D7F090563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0459" y="420624"/>
            <a:ext cx="4183496" cy="601675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0EED07-CDD5-9244-28FA-5195E6795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prstClr val="black"/>
              <a:schemeClr val="accent1">
                <a:tint val="45000"/>
                <a:satMod val="400000"/>
              </a:schemeClr>
            </a:duotone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435934" y="422551"/>
            <a:ext cx="4183495" cy="601014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997EA3E-49E5-518D-63DB-0BD43D3ACF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717" y="924339"/>
            <a:ext cx="3990110" cy="5009322"/>
          </a:xfrm>
          <a:noFill/>
          <a:effectLst/>
        </p:spPr>
        <p:txBody>
          <a:bodyPr anchor="ctr"/>
          <a:lstStyle>
            <a:lvl1pPr algn="ctr">
              <a:defRPr sz="3600" spc="0" baseline="0"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B5AB4E8D-8B32-8B00-8152-856C592BAB3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346793" y="924340"/>
            <a:ext cx="5684373" cy="5009322"/>
          </a:xfrm>
          <a:effectLst/>
        </p:spPr>
        <p:txBody>
          <a:bodyPr lIns="0" rIns="0" anchor="ctr"/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None/>
              <a:defRPr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</a:defRPr>
            </a:lvl1pPr>
            <a:lvl2pPr marL="457200" indent="0">
              <a:lnSpc>
                <a:spcPct val="150000"/>
              </a:lnSpc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None/>
              <a:defRPr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</a:defRPr>
            </a:lvl2pPr>
            <a:lvl3pPr marL="914400" indent="0">
              <a:lnSpc>
                <a:spcPct val="150000"/>
              </a:lnSpc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None/>
              <a:defRPr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</a:defRPr>
            </a:lvl3pPr>
            <a:lvl4pPr marL="1371600" indent="0">
              <a:lnSpc>
                <a:spcPct val="150000"/>
              </a:lnSpc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None/>
              <a:defRPr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</a:defRPr>
            </a:lvl4pPr>
            <a:lvl5pPr marL="1828800" indent="0">
              <a:lnSpc>
                <a:spcPct val="150000"/>
              </a:lnSpc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None/>
              <a:defRPr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37692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3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F4A700F-42CA-D7A9-D709-C0017521B2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5935" y="414670"/>
            <a:ext cx="11320130" cy="6018027"/>
          </a:xfrm>
          <a:prstGeom prst="rect">
            <a:avLst/>
          </a:prstGeom>
          <a:solidFill>
            <a:srgbClr val="F9E0B9"/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61DA139-D8FD-A752-758D-4F836DFB2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1353" t="-388" r="-1" b="-254"/>
          <a:stretch/>
        </p:blipFill>
        <p:spPr>
          <a:xfrm rot="16200000" flipH="1">
            <a:off x="210940" y="1589892"/>
            <a:ext cx="5245922" cy="3667583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997EA3E-49E5-518D-63DB-0BD43D3ACF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85516" y="1433219"/>
            <a:ext cx="5695102" cy="2092049"/>
          </a:xfrm>
          <a:noFill/>
          <a:effectLst/>
        </p:spPr>
        <p:txBody>
          <a:bodyPr anchor="b"/>
          <a:lstStyle>
            <a:lvl1pPr algn="ctr">
              <a:defRPr sz="3600" spc="0" baseline="0">
                <a:solidFill>
                  <a:schemeClr val="accent1">
                    <a:lumMod val="50000"/>
                  </a:schemeClr>
                </a:solidFill>
                <a:effectLst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96F37D4-7152-EA75-8D7D-D8F7D6DD9C4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350099" y="1974707"/>
            <a:ext cx="2907792" cy="2907792"/>
          </a:xfrm>
          <a:solidFill>
            <a:srgbClr val="F9E0B9"/>
          </a:solidFill>
          <a:effectLst/>
        </p:spPr>
        <p:txBody>
          <a:bodyPr anchor="t"/>
          <a:lstStyle>
            <a:lvl1pPr marL="0" indent="0" algn="ctr">
              <a:buNone/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AFBE5B12-0D10-DA99-093A-2C4FB738B21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496789" y="3525268"/>
            <a:ext cx="5683829" cy="2595429"/>
          </a:xfrm>
          <a:effectLst/>
        </p:spPr>
        <p:txBody>
          <a:bodyPr anchor="t"/>
          <a:lstStyle>
            <a:lvl1pPr marL="0" indent="0" algn="ctr">
              <a:lnSpc>
                <a:spcPct val="150000"/>
              </a:lnSpc>
              <a:spcBef>
                <a:spcPts val="0"/>
              </a:spcBef>
              <a:buNone/>
              <a:defRPr b="1">
                <a:solidFill>
                  <a:schemeClr val="accent1">
                    <a:lumMod val="50000"/>
                  </a:schemeClr>
                </a:solidFill>
              </a:defRPr>
            </a:lvl1pPr>
            <a:lvl2pPr algn="ctr">
              <a:buClr>
                <a:schemeClr val="accent1">
                  <a:lumMod val="50000"/>
                </a:schemeClr>
              </a:buClr>
              <a:defRPr>
                <a:solidFill>
                  <a:schemeClr val="accent1">
                    <a:lumMod val="50000"/>
                  </a:schemeClr>
                </a:solidFill>
              </a:defRPr>
            </a:lvl2pPr>
            <a:lvl3pPr algn="ctr">
              <a:buClr>
                <a:schemeClr val="accent1">
                  <a:lumMod val="50000"/>
                </a:schemeClr>
              </a:buClr>
              <a:defRPr>
                <a:solidFill>
                  <a:schemeClr val="accent1">
                    <a:lumMod val="50000"/>
                  </a:schemeClr>
                </a:solidFill>
              </a:defRPr>
            </a:lvl3pPr>
            <a:lvl4pPr algn="ctr">
              <a:buClr>
                <a:schemeClr val="accent1">
                  <a:lumMod val="50000"/>
                </a:schemeClr>
              </a:buClr>
              <a:defRPr>
                <a:solidFill>
                  <a:schemeClr val="accent1">
                    <a:lumMod val="50000"/>
                  </a:schemeClr>
                </a:solidFill>
              </a:defRPr>
            </a:lvl4pPr>
            <a:lvl5pPr algn="ctr">
              <a:buClr>
                <a:schemeClr val="accent1">
                  <a:lumMod val="50000"/>
                </a:schemeClr>
              </a:buClr>
              <a:defRPr>
                <a:solidFill>
                  <a:schemeClr val="accent1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79950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81D7C89-8451-1944-C2B3-53AADAC99A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1678" y="422551"/>
            <a:ext cx="4223822" cy="601014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6B15EB-5194-C74B-F881-D3DCBE854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35499" y="422551"/>
            <a:ext cx="7144823" cy="6010146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997EA3E-49E5-518D-63DB-0BD43D3ACF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9935" y="633845"/>
            <a:ext cx="3990110" cy="2192482"/>
          </a:xfrm>
          <a:noFill/>
          <a:effectLst/>
        </p:spPr>
        <p:txBody>
          <a:bodyPr anchor="ctr"/>
          <a:lstStyle>
            <a:lvl1pPr algn="ctr">
              <a:defRPr sz="3600" spc="0" baseline="0">
                <a:solidFill>
                  <a:schemeClr val="accent1">
                    <a:lumMod val="50000"/>
                  </a:schemeClr>
                </a:solidFill>
                <a:effectLst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15614EF-4CFA-2D69-0F78-9D7409E2337E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747423" y="3174531"/>
            <a:ext cx="3772622" cy="3122360"/>
          </a:xfrm>
          <a:effectLst/>
        </p:spPr>
        <p:txBody>
          <a:bodyPr rIns="274320" anchor="t"/>
          <a:lstStyle>
            <a:lvl1pPr marL="283464" indent="-283464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>
                <a:solidFill>
                  <a:schemeClr val="accent1">
                    <a:lumMod val="50000"/>
                  </a:schemeClr>
                </a:solidFill>
              </a:defRPr>
            </a:lvl1pPr>
            <a:lvl2pPr marL="742950" indent="-28575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>
                <a:solidFill>
                  <a:schemeClr val="accent1">
                    <a:lumMod val="50000"/>
                  </a:schemeClr>
                </a:solidFill>
              </a:defRPr>
            </a:lvl2pPr>
            <a:lvl3pPr marL="1143000" indent="-228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>
                <a:solidFill>
                  <a:schemeClr val="accent1">
                    <a:lumMod val="50000"/>
                  </a:schemeClr>
                </a:solidFill>
              </a:defRPr>
            </a:lvl3pPr>
            <a:lvl4pPr marL="1600200" indent="-228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>
                <a:solidFill>
                  <a:schemeClr val="accent1">
                    <a:lumMod val="50000"/>
                  </a:schemeClr>
                </a:solidFill>
              </a:defRPr>
            </a:lvl4pPr>
            <a:lvl5pPr marL="2057400" indent="-228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>
                <a:solidFill>
                  <a:schemeClr val="accent1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D6637B-A7C5-34FF-5B51-32392DAEABB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237732" y="946205"/>
            <a:ext cx="5971020" cy="5161655"/>
          </a:xfrm>
        </p:spPr>
        <p:txBody>
          <a:bodyPr/>
          <a:lstStyle/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31640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3E625C-F0A4-564D-CEE2-6B3595CEB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961889" y="0"/>
            <a:ext cx="6230111" cy="6858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997EA3E-49E5-518D-63DB-0BD43D3AC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7445" y="157637"/>
            <a:ext cx="4851694" cy="2190705"/>
          </a:xfrm>
          <a:noFill/>
          <a:effectLst/>
        </p:spPr>
        <p:txBody>
          <a:bodyPr anchor="b"/>
          <a:lstStyle>
            <a:lvl1pPr algn="l">
              <a:defRPr sz="3600" spc="0" baseline="0">
                <a:solidFill>
                  <a:schemeClr val="accent1">
                    <a:lumMod val="50000"/>
                  </a:schemeClr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B4D8C78-00C3-F3D7-17C3-F1667E463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0999" y="422551"/>
            <a:ext cx="5124893" cy="601014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c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13E61FD-F54A-5F86-FCED-3BD4C8AA42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1353" t="-388" r="-1" b="-254"/>
          <a:stretch/>
        </p:blipFill>
        <p:spPr>
          <a:xfrm flipH="1">
            <a:off x="659106" y="3429000"/>
            <a:ext cx="4589830" cy="278041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9F0290F-2D31-F9FB-AD35-B76947AF14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36863" y="776532"/>
            <a:ext cx="3434316" cy="501821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7347A5B6-0F99-C044-C209-F3190EEFA37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236663" y="776288"/>
            <a:ext cx="3433762" cy="5018087"/>
          </a:xfrm>
        </p:spPr>
        <p:txBody>
          <a:bodyPr anchor="t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0E96890F-0832-5087-193F-70CF33DEE0A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592615" y="2505979"/>
            <a:ext cx="4837385" cy="3926717"/>
          </a:xfrm>
          <a:effectLst/>
        </p:spPr>
        <p:txBody>
          <a:bodyPr anchor="t"/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None/>
              <a:defRPr>
                <a:solidFill>
                  <a:schemeClr val="accent1">
                    <a:lumMod val="50000"/>
                  </a:schemeClr>
                </a:solidFill>
              </a:defRPr>
            </a:lvl1pPr>
            <a:lvl2pPr marL="742950" indent="-285750">
              <a:lnSpc>
                <a:spcPct val="150000"/>
              </a:lnSpc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>
                <a:solidFill>
                  <a:schemeClr val="accent1">
                    <a:lumMod val="50000"/>
                  </a:schemeClr>
                </a:solidFill>
              </a:defRPr>
            </a:lvl2pPr>
            <a:lvl3pPr marL="1143000" indent="-228600">
              <a:lnSpc>
                <a:spcPct val="150000"/>
              </a:lnSpc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>
                <a:solidFill>
                  <a:schemeClr val="accent1">
                    <a:lumMod val="50000"/>
                  </a:schemeClr>
                </a:solidFill>
              </a:defRPr>
            </a:lvl3pPr>
            <a:lvl4pPr marL="1600200" indent="-228600">
              <a:lnSpc>
                <a:spcPct val="150000"/>
              </a:lnSpc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>
                <a:solidFill>
                  <a:schemeClr val="accent1">
                    <a:lumMod val="50000"/>
                  </a:schemeClr>
                </a:solidFill>
              </a:defRPr>
            </a:lvl4pPr>
            <a:lvl5pPr marL="2057400" indent="-228600">
              <a:lnSpc>
                <a:spcPct val="150000"/>
              </a:lnSpc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>
                <a:solidFill>
                  <a:schemeClr val="accent1">
                    <a:lumMod val="50000"/>
                  </a:schemeClr>
                </a:solidFill>
              </a:defRPr>
            </a:lvl5pPr>
          </a:lstStyle>
          <a:p>
            <a:pPr marL="285750" marR="0" lvl="0" indent="-28575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>
                  <a:lumMod val="50000"/>
                </a:schemeClr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36681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4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36DB3CB-355C-968A-7F5F-71E035040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prstClr val="black"/>
              <a:schemeClr val="accent1">
                <a:tint val="45000"/>
                <a:satMod val="400000"/>
              </a:schemeClr>
            </a:duotone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-2" y="0"/>
            <a:ext cx="12192001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81D7C89-8451-1944-C2B3-53AADAC99A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1678" y="422551"/>
            <a:ext cx="4223822" cy="601014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6B15EB-5194-C74B-F881-D3DCBE854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35499" y="422551"/>
            <a:ext cx="7144823" cy="6010146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997EA3E-49E5-518D-63DB-0BD43D3ACF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9935" y="924339"/>
            <a:ext cx="3990110" cy="5009322"/>
          </a:xfrm>
          <a:noFill/>
          <a:effectLst/>
        </p:spPr>
        <p:txBody>
          <a:bodyPr anchor="ctr"/>
          <a:lstStyle>
            <a:lvl1pPr algn="ctr">
              <a:defRPr sz="3600" spc="0" baseline="0">
                <a:solidFill>
                  <a:schemeClr val="accent1">
                    <a:lumMod val="50000"/>
                  </a:schemeClr>
                </a:solidFill>
                <a:effectLst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D6637B-A7C5-34FF-5B51-32392DAEABB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153836" y="1371602"/>
            <a:ext cx="6177309" cy="1953489"/>
          </a:xfrm>
          <a:effectLst/>
        </p:spPr>
        <p:txBody>
          <a:bodyPr anchor="t"/>
          <a:lstStyle>
            <a:lvl1pPr marL="283464" indent="-283464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lvl1pPr>
            <a:lvl2pPr marL="7429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lvl2pPr>
            <a:lvl3pPr marL="1143000" indent="-2286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lvl3pPr>
            <a:lvl4pPr marL="1600200" indent="-2286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lvl4pPr>
            <a:lvl5pPr marL="2057400" indent="-2286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087279F-936E-0F41-B533-7990D668D7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153836" y="3446156"/>
            <a:ext cx="6177309" cy="0"/>
          </a:xfrm>
          <a:prstGeom prst="line">
            <a:avLst/>
          </a:prstGeom>
          <a:ln w="19050"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9">
            <a:extLst>
              <a:ext uri="{FF2B5EF4-FFF2-40B4-BE49-F238E27FC236}">
                <a16:creationId xmlns:a16="http://schemas.microsoft.com/office/drawing/2014/main" id="{CDD03AA1-6D53-FEB1-9B22-57C1066DA33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153836" y="3745924"/>
            <a:ext cx="6177309" cy="2238918"/>
          </a:xfrm>
          <a:effectLst/>
        </p:spPr>
        <p:txBody>
          <a:bodyPr anchor="t"/>
          <a:lstStyle>
            <a:lvl1pPr marL="283464" indent="-283464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lvl1pPr>
            <a:lvl2pPr marL="7429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lvl2pPr>
            <a:lvl3pPr marL="1143000" indent="-2286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lvl3pPr>
            <a:lvl4pPr marL="1600200" indent="-2286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lvl4pPr>
            <a:lvl5pPr marL="2057400" indent="-2286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693711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59176A3-24B8-086B-739F-2B3DCE8BE0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prstClr val="black"/>
              <a:schemeClr val="accent1">
                <a:tint val="45000"/>
                <a:satMod val="400000"/>
              </a:schemeClr>
            </a:duotone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6999" y="-2654300"/>
            <a:ext cx="6858000" cy="1216660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A96EFAA-0851-646A-8758-C20243901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1000" y="422551"/>
            <a:ext cx="11424920" cy="6010146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997EA3E-49E5-518D-63DB-0BD43D3ACF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0001" y="685800"/>
            <a:ext cx="10571998" cy="2983528"/>
          </a:xfrm>
          <a:effectLst/>
        </p:spPr>
        <p:txBody>
          <a:bodyPr/>
          <a:lstStyle>
            <a:lvl1pPr algn="ctr">
              <a:defRPr sz="3600" spc="0" baseline="0">
                <a:solidFill>
                  <a:schemeClr val="accent4">
                    <a:lumMod val="60000"/>
                    <a:lumOff val="40000"/>
                  </a:schemeClr>
                </a:solidFill>
                <a:effectLst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4023403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12B799F-04B8-4A62-EB7D-F17311231B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56500" y="0"/>
            <a:ext cx="4635500" cy="6858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F310BE-5861-E73D-5979-D11A971516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0270" y="487680"/>
            <a:ext cx="6482080" cy="590296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A12F5E6-EC22-5E10-94FB-5E546A7B91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prstClr val="black"/>
              <a:schemeClr val="accent1">
                <a:tint val="45000"/>
                <a:satMod val="400000"/>
              </a:schemeClr>
            </a:duotone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495630" y="477518"/>
            <a:ext cx="6482079" cy="5913121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997EA3E-49E5-518D-63DB-0BD43D3ACF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36952" y="477518"/>
            <a:ext cx="3829465" cy="2693887"/>
          </a:xfrm>
          <a:noFill/>
          <a:effectLst/>
        </p:spPr>
        <p:txBody>
          <a:bodyPr anchor="b"/>
          <a:lstStyle>
            <a:lvl1pPr algn="l">
              <a:defRPr sz="3600" spc="0" baseline="0">
                <a:solidFill>
                  <a:schemeClr val="accent1">
                    <a:lumMod val="50000"/>
                  </a:schemeClr>
                </a:solidFill>
                <a:effectLst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Table Placeholder 12">
            <a:extLst>
              <a:ext uri="{FF2B5EF4-FFF2-40B4-BE49-F238E27FC236}">
                <a16:creationId xmlns:a16="http://schemas.microsoft.com/office/drawing/2014/main" id="{14BBA88A-FAA8-CE13-2A76-BF8B014AE343}"/>
              </a:ext>
            </a:extLst>
          </p:cNvPr>
          <p:cNvSpPr>
            <a:spLocks noGrp="1"/>
          </p:cNvSpPr>
          <p:nvPr>
            <p:ph type="tbl" sz="quarter" idx="11"/>
          </p:nvPr>
        </p:nvSpPr>
        <p:spPr>
          <a:xfrm>
            <a:off x="952500" y="909638"/>
            <a:ext cx="5578475" cy="5038725"/>
          </a:xfrm>
        </p:spPr>
        <p:txBody>
          <a:bodyPr anchor="t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0E96890F-0832-5087-193F-70CF33DEE0A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036953" y="3449781"/>
            <a:ext cx="3829465" cy="2940860"/>
          </a:xfrm>
          <a:effectLst/>
        </p:spPr>
        <p:txBody>
          <a:bodyPr anchor="t"/>
          <a:lstStyle>
            <a:lvl1pPr marL="285750" indent="-28575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>
                <a:solidFill>
                  <a:schemeClr val="accent1">
                    <a:lumMod val="50000"/>
                  </a:schemeClr>
                </a:solidFill>
              </a:defRPr>
            </a:lvl1pPr>
            <a:lvl2pPr marL="742950" indent="-285750">
              <a:lnSpc>
                <a:spcPct val="150000"/>
              </a:lnSpc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>
                <a:solidFill>
                  <a:schemeClr val="accent1">
                    <a:lumMod val="50000"/>
                  </a:schemeClr>
                </a:solidFill>
              </a:defRPr>
            </a:lvl2pPr>
            <a:lvl3pPr marL="1143000" indent="-228600">
              <a:lnSpc>
                <a:spcPct val="150000"/>
              </a:lnSpc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>
                <a:solidFill>
                  <a:schemeClr val="accent1">
                    <a:lumMod val="50000"/>
                  </a:schemeClr>
                </a:solidFill>
              </a:defRPr>
            </a:lvl3pPr>
            <a:lvl4pPr marL="1600200" indent="-228600">
              <a:lnSpc>
                <a:spcPct val="150000"/>
              </a:lnSpc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>
                <a:solidFill>
                  <a:schemeClr val="accent1">
                    <a:lumMod val="50000"/>
                  </a:schemeClr>
                </a:solidFill>
              </a:defRPr>
            </a:lvl4pPr>
            <a:lvl5pPr marL="2057400" indent="-228600">
              <a:lnSpc>
                <a:spcPct val="150000"/>
              </a:lnSpc>
              <a:spcAft>
                <a:spcPts val="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>
                <a:solidFill>
                  <a:schemeClr val="accent1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128186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able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59176A3-24B8-086B-739F-2B3DCE8BE0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prstClr val="black"/>
              <a:schemeClr val="accent1">
                <a:tint val="45000"/>
                <a:satMod val="400000"/>
              </a:schemeClr>
            </a:duotone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6999" y="-2654300"/>
            <a:ext cx="6858000" cy="1216660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A96EFAA-0851-646A-8758-C20243901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1000" y="422551"/>
            <a:ext cx="11424920" cy="6010146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997EA3E-49E5-518D-63DB-0BD43D3ACF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8373" y="571501"/>
            <a:ext cx="11139054" cy="1028699"/>
          </a:xfrm>
          <a:effectLst/>
        </p:spPr>
        <p:txBody>
          <a:bodyPr anchor="ctr"/>
          <a:lstStyle>
            <a:lvl1pPr algn="ctr">
              <a:defRPr sz="3600" spc="0" baseline="0"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Table Placeholder 10">
            <a:extLst>
              <a:ext uri="{FF2B5EF4-FFF2-40B4-BE49-F238E27FC236}">
                <a16:creationId xmlns:a16="http://schemas.microsoft.com/office/drawing/2014/main" id="{E10735F5-6B7D-348D-AC70-8BC10CB5F70A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838200" y="1860550"/>
            <a:ext cx="10515600" cy="4198938"/>
          </a:xfrm>
        </p:spPr>
        <p:txBody>
          <a:bodyPr anchor="t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26347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2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FDAFCA1-BDD9-1108-8F95-E3FC1A7935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0" y="0"/>
            <a:ext cx="11532896" cy="6858000"/>
            <a:chOff x="659106" y="0"/>
            <a:chExt cx="11532896" cy="6858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4BFDB24-6BE4-2FC0-F772-DC1DE926E485}"/>
                </a:ext>
              </a:extLst>
            </p:cNvPr>
            <p:cNvSpPr/>
            <p:nvPr/>
          </p:nvSpPr>
          <p:spPr>
            <a:xfrm>
              <a:off x="5995086" y="0"/>
              <a:ext cx="6196916" cy="6858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  <a:effectLst>
              <a:outerShdw blurRad="254000" dist="50800" dir="2700000" algn="tl" rotWithShape="0">
                <a:prstClr val="black">
                  <a:alpha val="2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endParaRPr>
            </a:p>
          </p:txBody>
        </p:sp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131EABEA-AB8A-5E4C-A6DD-8F32B70E90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-1353" t="-388" r="-1" b="-254"/>
            <a:stretch/>
          </p:blipFill>
          <p:spPr>
            <a:xfrm flipH="1">
              <a:off x="659106" y="1956391"/>
              <a:ext cx="4878094" cy="2780414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2279AAC-0D81-D3CD-3F0F-E8CEE0F56D43}"/>
                </a:ext>
              </a:extLst>
            </p:cNvPr>
            <p:cNvSpPr/>
            <p:nvPr/>
          </p:nvSpPr>
          <p:spPr>
            <a:xfrm>
              <a:off x="1328303" y="776532"/>
              <a:ext cx="3434316" cy="5018212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endParaRPr>
            </a:p>
          </p:txBody>
        </p:sp>
      </p:grpSp>
      <p:sp>
        <p:nvSpPr>
          <p:cNvPr id="9" name="Title 8">
            <a:extLst>
              <a:ext uri="{FF2B5EF4-FFF2-40B4-BE49-F238E27FC236}">
                <a16:creationId xmlns:a16="http://schemas.microsoft.com/office/drawing/2014/main" id="{5997EA3E-49E5-518D-63DB-0BD43D3ACF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7542" y="132080"/>
            <a:ext cx="4928894" cy="6507711"/>
          </a:xfrm>
          <a:noFill/>
          <a:effectLst/>
        </p:spPr>
        <p:txBody>
          <a:bodyPr anchor="ctr"/>
          <a:lstStyle>
            <a:lvl1pPr algn="ctr">
              <a:defRPr sz="3600" spc="0" baseline="0">
                <a:solidFill>
                  <a:schemeClr val="accent1">
                    <a:lumMod val="50000"/>
                  </a:schemeClr>
                </a:solidFill>
                <a:effectLst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E0720B2D-C199-57FA-9453-DBFB607BA98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29500" y="992188"/>
            <a:ext cx="3425825" cy="5018087"/>
          </a:xfrm>
        </p:spPr>
        <p:txBody>
          <a:bodyPr anchor="t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98586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lumns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B11222B-29F6-BF2A-09DE-82F6596389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prstClr val="black"/>
              <a:schemeClr val="accent1">
                <a:tint val="45000"/>
                <a:satMod val="400000"/>
              </a:schemeClr>
            </a:duotone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6999" y="-2654300"/>
            <a:ext cx="6858000" cy="1216660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035F993-EADB-1C5A-7158-41E510B706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1000" y="422551"/>
            <a:ext cx="11424920" cy="6010146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B12E34E-DBAF-BA5D-15D9-E69A055357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1000" y="1889759"/>
            <a:ext cx="11424920" cy="454293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997EA3E-49E5-518D-63DB-0BD43D3ACF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9935" y="571499"/>
            <a:ext cx="11118274" cy="1154114"/>
          </a:xfrm>
          <a:noFill/>
          <a:effectLst/>
        </p:spPr>
        <p:txBody>
          <a:bodyPr anchor="ctr"/>
          <a:lstStyle>
            <a:lvl1pPr algn="ctr">
              <a:defRPr sz="3600" spc="0" baseline="0"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0BF6A552-CE6A-3977-8507-74A1C4C4B5A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41667" y="2461056"/>
            <a:ext cx="3626424" cy="3721535"/>
          </a:xfrm>
          <a:effectLst/>
        </p:spPr>
        <p:txBody>
          <a:bodyPr anchor="t">
            <a:normAutofit/>
          </a:bodyPr>
          <a:lstStyle>
            <a:lvl1pPr marL="285750" indent="-28575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accent1">
                    <a:lumMod val="50000"/>
                  </a:schemeClr>
                </a:solidFill>
              </a:defRPr>
            </a:lvl1pPr>
            <a:lvl2pPr marL="742950" indent="-285750">
              <a:lnSpc>
                <a:spcPct val="120000"/>
              </a:lnSpc>
              <a:spcAft>
                <a:spcPts val="120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accent1">
                    <a:lumMod val="50000"/>
                  </a:schemeClr>
                </a:solidFill>
              </a:defRPr>
            </a:lvl2pPr>
            <a:lvl3pPr marL="1143000" indent="-228600">
              <a:lnSpc>
                <a:spcPct val="120000"/>
              </a:lnSpc>
              <a:spcAft>
                <a:spcPts val="120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 sz="1400">
                <a:solidFill>
                  <a:schemeClr val="accent1">
                    <a:lumMod val="50000"/>
                  </a:schemeClr>
                </a:solidFill>
              </a:defRPr>
            </a:lvl3pPr>
            <a:lvl4pPr marL="1600200" indent="-228600">
              <a:lnSpc>
                <a:spcPct val="120000"/>
              </a:lnSpc>
              <a:spcAft>
                <a:spcPts val="120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 sz="1200">
                <a:solidFill>
                  <a:schemeClr val="accent1">
                    <a:lumMod val="50000"/>
                  </a:schemeClr>
                </a:solidFill>
              </a:defRPr>
            </a:lvl4pPr>
            <a:lvl5pPr marL="2057400" indent="-228600">
              <a:lnSpc>
                <a:spcPct val="120000"/>
              </a:lnSpc>
              <a:spcAft>
                <a:spcPts val="1200"/>
              </a:spcAft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  <a:defRPr sz="1200">
                <a:solidFill>
                  <a:schemeClr val="accent1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9">
            <a:extLst>
              <a:ext uri="{FF2B5EF4-FFF2-40B4-BE49-F238E27FC236}">
                <a16:creationId xmlns:a16="http://schemas.microsoft.com/office/drawing/2014/main" id="{4C80689F-A123-F6D7-2AA8-9166317EF424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95282" y="2440275"/>
            <a:ext cx="5164553" cy="3721534"/>
          </a:xfrm>
          <a:effectLst/>
        </p:spPr>
        <p:txBody>
          <a:bodyPr anchor="t">
            <a:normAutofit/>
          </a:bodyPr>
          <a:lstStyle>
            <a:lvl1pPr marL="342900" indent="-34290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Clr>
                <a:schemeClr val="accent1">
                  <a:lumMod val="50000"/>
                </a:schemeClr>
              </a:buClr>
              <a:buFont typeface="+mj-lt"/>
              <a:buAutoNum type="arabicPeriod"/>
              <a:defRPr sz="1800" b="1">
                <a:solidFill>
                  <a:schemeClr val="accent1">
                    <a:lumMod val="50000"/>
                  </a:schemeClr>
                </a:solidFill>
              </a:defRPr>
            </a:lvl1pPr>
            <a:lvl2pPr marL="347472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accent1">
                  <a:lumMod val="50000"/>
                </a:schemeClr>
              </a:buClr>
              <a:buNone/>
              <a:defRPr sz="1800">
                <a:solidFill>
                  <a:schemeClr val="accent1">
                    <a:lumMod val="50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Aft>
                <a:spcPts val="600"/>
              </a:spcAft>
              <a:buClr>
                <a:schemeClr val="accent1">
                  <a:lumMod val="50000"/>
                </a:schemeClr>
              </a:buClr>
              <a:buNone/>
              <a:defRPr sz="1800">
                <a:solidFill>
                  <a:schemeClr val="accent1">
                    <a:lumMod val="50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Aft>
                <a:spcPts val="600"/>
              </a:spcAft>
              <a:buClr>
                <a:schemeClr val="accent1">
                  <a:lumMod val="50000"/>
                </a:schemeClr>
              </a:buClr>
              <a:buNone/>
              <a:defRPr sz="1800">
                <a:solidFill>
                  <a:schemeClr val="accent1">
                    <a:lumMod val="50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Aft>
                <a:spcPts val="600"/>
              </a:spcAft>
              <a:buClr>
                <a:schemeClr val="accent1">
                  <a:lumMod val="50000"/>
                </a:schemeClr>
              </a:buClr>
              <a:buNone/>
              <a:defRPr sz="1800">
                <a:solidFill>
                  <a:schemeClr val="accent1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82021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AF4DCF8-BA15-AB79-2D14-040F5A063B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5935" y="414670"/>
            <a:ext cx="11320130" cy="601802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2540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D22DD7-291D-E347-8A4C-07E31E681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prstClr val="black"/>
              <a:schemeClr val="accent1">
                <a:tint val="45000"/>
                <a:satMod val="400000"/>
              </a:schemeClr>
            </a:duotone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3092299" y="-2231063"/>
            <a:ext cx="6007395" cy="11320129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997EA3E-49E5-518D-63DB-0BD43D3ACF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0660" y="1017858"/>
            <a:ext cx="10650681" cy="2719255"/>
          </a:xfrm>
          <a:noFill/>
          <a:effectLst/>
        </p:spPr>
        <p:txBody>
          <a:bodyPr anchor="b"/>
          <a:lstStyle>
            <a:lvl1pPr algn="ctr">
              <a:defRPr sz="7200" spc="-300" baseline="0">
                <a:solidFill>
                  <a:schemeClr val="accent4">
                    <a:lumMod val="60000"/>
                    <a:lumOff val="40000"/>
                  </a:schemeClr>
                </a:solidFill>
                <a:effectLst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D0FE23B-34E3-BAAF-E01D-BE221B4A94E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0660" y="4042066"/>
            <a:ext cx="10650681" cy="2296843"/>
          </a:xfrm>
          <a:effectLst/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3272508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/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6F7BD38-A805-4B2C-9BDF-D56E94387879}" type="datetime1">
              <a:rPr lang="en-US" smtClean="0"/>
              <a:t>2/27/2026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tx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86" r:id="rId1"/>
    <p:sldLayoutId id="2147483668" r:id="rId2"/>
    <p:sldLayoutId id="2147483669" r:id="rId3"/>
    <p:sldLayoutId id="2147483684" r:id="rId4"/>
    <p:sldLayoutId id="2147483672" r:id="rId5"/>
    <p:sldLayoutId id="2147483687" r:id="rId6"/>
    <p:sldLayoutId id="2147483671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85" r:id="rId14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000" b="1" kern="1200" baseline="0">
          <a:ln>
            <a:noFill/>
          </a:ln>
          <a:solidFill>
            <a:srgbClr val="FEFEFE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762A4-2E4B-23FB-9F8B-D54C0F90A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001" y="633046"/>
            <a:ext cx="10571998" cy="3366198"/>
          </a:xfrm>
        </p:spPr>
        <p:txBody>
          <a:bodyPr/>
          <a:lstStyle/>
          <a:p>
            <a:pPr lvl="0"/>
            <a:r>
              <a:rPr lang="en-US" noProof="0" dirty="0"/>
              <a:t>CSE-490 Midterm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8DCBEB-9D1D-7431-457C-9302C013C755}"/>
              </a:ext>
            </a:extLst>
          </p:cNvPr>
          <p:cNvSpPr txBox="1"/>
          <p:nvPr/>
        </p:nvSpPr>
        <p:spPr>
          <a:xfrm>
            <a:off x="2651760" y="4215384"/>
            <a:ext cx="32186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9E0B9"/>
                </a:solidFill>
              </a:rPr>
              <a:t>By Trevor Alexander</a:t>
            </a:r>
          </a:p>
        </p:txBody>
      </p:sp>
    </p:spTree>
    <p:extLst>
      <p:ext uri="{BB962C8B-B14F-4D97-AF65-F5344CB8AC3E}">
        <p14:creationId xmlns:p14="http://schemas.microsoft.com/office/powerpoint/2010/main" val="4318358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B7740-ED88-9F6A-89FF-4B0DFAAC3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4217" y="924167"/>
            <a:ext cx="4383156" cy="5009322"/>
          </a:xfrm>
        </p:spPr>
        <p:txBody>
          <a:bodyPr/>
          <a:lstStyle/>
          <a:p>
            <a:r>
              <a:rPr lang="en-US" dirty="0"/>
              <a:t>Deliverables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A25282-EE8D-71BA-6317-EECFE33238D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00800" y="924512"/>
            <a:ext cx="4750904" cy="5008977"/>
          </a:xfrm>
        </p:spPr>
        <p:txBody>
          <a:bodyPr/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A Midway University themed webpage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Every button to go a midway webpage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noProof="0" dirty="0"/>
              <a:t>YouTube links for every course explaining them to a new student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noProof="0" dirty="0"/>
              <a:t>A text to speech button that would read the summaries of each course</a:t>
            </a:r>
          </a:p>
        </p:txBody>
      </p:sp>
    </p:spTree>
    <p:extLst>
      <p:ext uri="{BB962C8B-B14F-4D97-AF65-F5344CB8AC3E}">
        <p14:creationId xmlns:p14="http://schemas.microsoft.com/office/powerpoint/2010/main" val="9099247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ECDD0-17F6-3312-AE6D-F7EB95E46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717" y="924339"/>
            <a:ext cx="3990110" cy="5009322"/>
          </a:xfrm>
        </p:spPr>
        <p:txBody>
          <a:bodyPr/>
          <a:lstStyle/>
          <a:p>
            <a:r>
              <a:rPr lang="en-US" dirty="0"/>
              <a:t>Backend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E3249A0-0B0D-17B4-B4D0-0CF8650DCC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2175" y="192024"/>
            <a:ext cx="5620750" cy="26102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48D30F5-8BA0-E251-135C-679076C2EC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3325" y="2902822"/>
            <a:ext cx="4124901" cy="351521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F93A30B-6BCF-DFA5-655C-0421145DCB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2155" y="192024"/>
            <a:ext cx="1933845" cy="6458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0765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BEA850F-83B8-8896-DADD-04683553E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935" y="633845"/>
            <a:ext cx="3990110" cy="5663046"/>
          </a:xfrm>
        </p:spPr>
        <p:txBody>
          <a:bodyPr/>
          <a:lstStyle/>
          <a:p>
            <a:r>
              <a:rPr lang="en-US" dirty="0"/>
              <a:t>Frontend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5D6C4E2-F3B4-AAC2-78C8-5C64C7B405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1184" y="442794"/>
            <a:ext cx="5303520" cy="204604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7BA88CE-7B91-A98A-9BA9-4430B90427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1183" y="2571801"/>
            <a:ext cx="5301111" cy="158551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9A0234B-B39B-508B-D2F3-209987D0F8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1183" y="4286199"/>
            <a:ext cx="5301111" cy="2129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4347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63E25-7402-EAC9-107D-E3C80B967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935" y="924339"/>
            <a:ext cx="3990110" cy="5009322"/>
          </a:xfrm>
        </p:spPr>
        <p:txBody>
          <a:bodyPr/>
          <a:lstStyle/>
          <a:p>
            <a:pPr lvl="0"/>
            <a:r>
              <a:rPr lang="en-US" noProof="0" dirty="0"/>
              <a:t>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BD146A-879C-A0DC-7A0C-2E7729C4D12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380706" y="1371602"/>
            <a:ext cx="6177310" cy="1953489"/>
          </a:xfrm>
        </p:spPr>
        <p:txBody>
          <a:bodyPr/>
          <a:lstStyle/>
          <a:p>
            <a:pPr lvl="0"/>
            <a:r>
              <a:rPr lang="en-US" noProof="0" dirty="0"/>
              <a:t>Pleasant to look at</a:t>
            </a:r>
          </a:p>
          <a:p>
            <a:pPr lvl="0"/>
            <a:endParaRPr lang="en-US" noProof="0" dirty="0"/>
          </a:p>
          <a:p>
            <a:pPr lvl="0"/>
            <a:r>
              <a:rPr lang="en-US" dirty="0"/>
              <a:t>Options I didn’t think of</a:t>
            </a:r>
          </a:p>
          <a:p>
            <a:pPr lvl="0"/>
            <a:endParaRPr lang="en-US" noProof="0" dirty="0"/>
          </a:p>
          <a:p>
            <a:pPr lvl="0"/>
            <a:r>
              <a:rPr lang="en-US" noProof="0" dirty="0"/>
              <a:t>Made quickly</a:t>
            </a:r>
          </a:p>
          <a:p>
            <a:pPr lvl="0"/>
            <a:endParaRPr lang="en-US" noProof="0" dirty="0"/>
          </a:p>
          <a:p>
            <a:pPr lvl="0"/>
            <a:endParaRPr lang="en-US" noProof="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AFDB5C-106E-88F6-9353-25362AF2CB8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380705" y="3745924"/>
            <a:ext cx="6177310" cy="2238918"/>
          </a:xfrm>
        </p:spPr>
        <p:txBody>
          <a:bodyPr/>
          <a:lstStyle/>
          <a:p>
            <a:pPr lvl="0"/>
            <a:r>
              <a:rPr lang="en-US" noProof="0" dirty="0"/>
              <a:t>Bland</a:t>
            </a:r>
            <a:r>
              <a:rPr lang="en-US" dirty="0"/>
              <a:t>/Generic</a:t>
            </a:r>
          </a:p>
          <a:p>
            <a:pPr lvl="0"/>
            <a:endParaRPr lang="en-US" noProof="0" dirty="0"/>
          </a:p>
          <a:p>
            <a:pPr lvl="0"/>
            <a:r>
              <a:rPr lang="en-US" dirty="0"/>
              <a:t>Buttons don’t work</a:t>
            </a:r>
          </a:p>
          <a:p>
            <a:pPr lvl="0"/>
            <a:endParaRPr lang="en-US" noProof="0" dirty="0"/>
          </a:p>
          <a:p>
            <a:pPr lvl="0"/>
            <a:r>
              <a:rPr lang="en-US" dirty="0"/>
              <a:t>Extremely brief explanations </a:t>
            </a:r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152A99-4383-AF80-B220-3AFDC875A0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13034" y="376142"/>
            <a:ext cx="5276045" cy="208786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8A9FBDF-CAE7-4A50-374B-AC9774E8B1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4437" y="4003668"/>
            <a:ext cx="2201104" cy="10851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18D1349-2BD5-F36B-751A-22BE9BEF1D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967" y="5336059"/>
            <a:ext cx="4520045" cy="1195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78021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E1BB1-C5B6-C34A-6087-486828876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935" y="571499"/>
            <a:ext cx="11118274" cy="1154114"/>
          </a:xfrm>
        </p:spPr>
        <p:txBody>
          <a:bodyPr/>
          <a:lstStyle/>
          <a:p>
            <a:pPr lvl="0"/>
            <a:r>
              <a:rPr lang="en-US" noProof="0" dirty="0"/>
              <a:t>Final Thoughts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77EDD1-5A8E-0F37-E892-65A530E36B2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41667" y="2461056"/>
            <a:ext cx="10806542" cy="3721535"/>
          </a:xfrm>
        </p:spPr>
        <p:txBody>
          <a:bodyPr/>
          <a:lstStyle/>
          <a:p>
            <a:pPr lvl="0"/>
            <a:r>
              <a:rPr lang="en-US" noProof="0" dirty="0"/>
              <a:t>Overall pleased with my webpage</a:t>
            </a:r>
          </a:p>
          <a:p>
            <a:pPr marL="0" lvl="0" indent="0">
              <a:buNone/>
            </a:pPr>
            <a:endParaRPr lang="en-US" dirty="0"/>
          </a:p>
          <a:p>
            <a:pPr lvl="0"/>
            <a:r>
              <a:rPr lang="en-US" dirty="0"/>
              <a:t>Wish the YouTube links fully worked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Excited to see how everyone else’s turned out!</a:t>
            </a:r>
          </a:p>
        </p:txBody>
      </p:sp>
    </p:spTree>
    <p:extLst>
      <p:ext uri="{BB962C8B-B14F-4D97-AF65-F5344CB8AC3E}">
        <p14:creationId xmlns:p14="http://schemas.microsoft.com/office/powerpoint/2010/main" val="3119354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05011-03FC-652B-2538-4EAE68ABF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660" y="1017858"/>
            <a:ext cx="10650681" cy="2719255"/>
          </a:xfrm>
        </p:spPr>
        <p:txBody>
          <a:bodyPr/>
          <a:lstStyle/>
          <a:p>
            <a:pPr lvl="0"/>
            <a:r>
              <a:rPr lang="en-US" dirty="0"/>
              <a:t>Thank You</a:t>
            </a:r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1A2349-EF0B-F33D-13F9-8262414616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70660" y="4042066"/>
            <a:ext cx="10650681" cy="2296843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6365792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Quotable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11381587_Win32_SL_v6" id="{5005B820-A0B7-49EA-8569-DCF0CD2DBB9D}" vid="{2E48C80D-E25D-44C4-BCFD-F1465E9B612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4ACCF44-01D5-4C40-9EAC-D3C3683409FE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F29F0C84-2C14-4FB8-88C2-9577181F2CC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72B3831-C4F2-498C-8E5F-F8D6F905483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{6D62DB09-4C3F-4B5A-B027-7A526D68D545}TF4e23ad37-c1a6-42e6-a6ec-6518d97eca9ec3cad5d6_win32-e4fb00466b0d</Template>
  <TotalTime>25</TotalTime>
  <Words>96</Words>
  <Application>Microsoft Office PowerPoint</Application>
  <PresentationFormat>Widescreen</PresentationFormat>
  <Paragraphs>34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Arial</vt:lpstr>
      <vt:lpstr>Calibri</vt:lpstr>
      <vt:lpstr>Century Gothic</vt:lpstr>
      <vt:lpstr>Wingdings 2</vt:lpstr>
      <vt:lpstr>Quotable</vt:lpstr>
      <vt:lpstr>CSE-490 Midterm</vt:lpstr>
      <vt:lpstr>Deliverables</vt:lpstr>
      <vt:lpstr>Backend</vt:lpstr>
      <vt:lpstr>Frontend</vt:lpstr>
      <vt:lpstr>AI</vt:lpstr>
      <vt:lpstr>Final Thoughts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Alexander, Trevor</dc:creator>
  <cp:lastModifiedBy>Alexander, Trevor</cp:lastModifiedBy>
  <cp:revision>1</cp:revision>
  <dcterms:created xsi:type="dcterms:W3CDTF">2026-02-27T16:14:26Z</dcterms:created>
  <dcterms:modified xsi:type="dcterms:W3CDTF">2026-02-27T16:39:54Z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